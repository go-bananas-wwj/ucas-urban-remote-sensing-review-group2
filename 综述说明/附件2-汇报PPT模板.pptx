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 id="2147483700" r:id="rId3"/>
    <p:sldMasterId id="2147483714" r:id="rId4"/>
    <p:sldMasterId id="2147483729" r:id="rId5"/>
    <p:sldMasterId id="2147483747" r:id="rId6"/>
  </p:sldMasterIdLst>
  <p:notesMasterIdLst>
    <p:notesMasterId r:id="rId21"/>
  </p:notesMasterIdLst>
  <p:sldIdLst>
    <p:sldId id="2625" r:id="rId7"/>
    <p:sldId id="1338" r:id="rId8"/>
    <p:sldId id="258" r:id="rId9"/>
    <p:sldId id="939" r:id="rId10"/>
    <p:sldId id="2442" r:id="rId11"/>
    <p:sldId id="940" r:id="rId12"/>
    <p:sldId id="2443" r:id="rId13"/>
    <p:sldId id="959" r:id="rId14"/>
    <p:sldId id="960" r:id="rId15"/>
    <p:sldId id="965" r:id="rId16"/>
    <p:sldId id="966" r:id="rId17"/>
    <p:sldId id="2444" r:id="rId18"/>
    <p:sldId id="962" r:id="rId19"/>
    <p:sldId id="2261"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6233" autoAdjust="0"/>
  </p:normalViewPr>
  <p:slideViewPr>
    <p:cSldViewPr snapToGrid="0">
      <p:cViewPr varScale="1">
        <p:scale>
          <a:sx n="60" d="100"/>
          <a:sy n="60" d="100"/>
        </p:scale>
        <p:origin x="106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7A6A49-5B04-4BB4-ACFE-F2C76A899443}" type="datetimeFigureOut">
              <a:rPr lang="zh-CN" altLang="en-US" smtClean="0"/>
              <a:t>2020/9/23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66CB6-5E15-4CC0-B88A-41A9DA405468}" type="slidenum">
              <a:rPr lang="zh-CN" altLang="en-US" smtClean="0"/>
              <a:t>‹#›</a:t>
            </a:fld>
            <a:endParaRPr lang="zh-CN" altLang="en-US"/>
          </a:p>
        </p:txBody>
      </p:sp>
    </p:spTree>
    <p:extLst>
      <p:ext uri="{BB962C8B-B14F-4D97-AF65-F5344CB8AC3E}">
        <p14:creationId xmlns:p14="http://schemas.microsoft.com/office/powerpoint/2010/main" val="1180710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B4EF7F-9B2F-4FE4-8E21-E36A82B00A2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17146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AB5595-4BBB-45FB-A63B-27C83F3ABA9A}"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45504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B4EF7F-9B2F-4FE4-8E21-E36A82B00A28}" type="slidenum">
              <a:rPr lang="zh-CN" altLang="en-US" smtClean="0">
                <a:solidFill>
                  <a:prstClr val="black"/>
                </a:solidFill>
              </a:rPr>
              <a:pPr>
                <a:defRPr/>
              </a:pPr>
              <a:t>3</a:t>
            </a:fld>
            <a:endParaRPr lang="zh-CN" altLang="en-US">
              <a:solidFill>
                <a:prstClr val="black"/>
              </a:solidFill>
            </a:endParaRPr>
          </a:p>
        </p:txBody>
      </p:sp>
    </p:spTree>
    <p:extLst>
      <p:ext uri="{BB962C8B-B14F-4D97-AF65-F5344CB8AC3E}">
        <p14:creationId xmlns:p14="http://schemas.microsoft.com/office/powerpoint/2010/main" val="795028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B4EF7F-9B2F-4FE4-8E21-E36A82B00A28}"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4017063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B4EF7F-9B2F-4FE4-8E21-E36A82B00A28}" type="slidenum">
              <a:rPr lang="zh-CN" altLang="en-US" smtClean="0">
                <a:solidFill>
                  <a:prstClr val="black"/>
                </a:solidFill>
              </a:rPr>
              <a:pPr>
                <a:defRPr/>
              </a:pPr>
              <a:t>5</a:t>
            </a:fld>
            <a:endParaRPr lang="zh-CN" altLang="en-US">
              <a:solidFill>
                <a:prstClr val="black"/>
              </a:solidFill>
            </a:endParaRPr>
          </a:p>
        </p:txBody>
      </p:sp>
    </p:spTree>
    <p:extLst>
      <p:ext uri="{BB962C8B-B14F-4D97-AF65-F5344CB8AC3E}">
        <p14:creationId xmlns:p14="http://schemas.microsoft.com/office/powerpoint/2010/main" val="125792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B4EF7F-9B2F-4FE4-8E21-E36A82B00A28}" type="slidenum">
              <a:rPr lang="zh-CN" altLang="en-US" smtClean="0">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1044177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B4EF7F-9B2F-4FE4-8E21-E36A82B00A28}" type="slidenum">
              <a:rPr lang="zh-CN" altLang="en-US" smtClean="0">
                <a:solidFill>
                  <a:prstClr val="black"/>
                </a:solidFill>
              </a:rPr>
              <a:pPr>
                <a:defRPr/>
              </a:pPr>
              <a:t>7</a:t>
            </a:fld>
            <a:endParaRPr lang="zh-CN" altLang="en-US">
              <a:solidFill>
                <a:prstClr val="black"/>
              </a:solidFill>
            </a:endParaRPr>
          </a:p>
        </p:txBody>
      </p:sp>
    </p:spTree>
    <p:extLst>
      <p:ext uri="{BB962C8B-B14F-4D97-AF65-F5344CB8AC3E}">
        <p14:creationId xmlns:p14="http://schemas.microsoft.com/office/powerpoint/2010/main" val="2592368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B4EF7F-9B2F-4FE4-8E21-E36A82B00A2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84621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B4EF7F-9B2F-4FE4-8E21-E36A82B00A2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70395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B4EF7F-9B2F-4FE4-8E21-E36A82B00A2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81479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B4EF7F-9B2F-4FE4-8E21-E36A82B00A2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80550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B4EF7F-9B2F-4FE4-8E21-E36A82B00A28}" type="slidenum">
              <a:rPr lang="zh-CN" altLang="en-US" smtClean="0">
                <a:solidFill>
                  <a:prstClr val="black"/>
                </a:solidFill>
              </a:rPr>
              <a:pPr>
                <a:defRPr/>
              </a:pPr>
              <a:t>12</a:t>
            </a:fld>
            <a:endParaRPr lang="zh-CN" altLang="en-US">
              <a:solidFill>
                <a:prstClr val="black"/>
              </a:solidFill>
            </a:endParaRPr>
          </a:p>
        </p:txBody>
      </p:sp>
    </p:spTree>
    <p:extLst>
      <p:ext uri="{BB962C8B-B14F-4D97-AF65-F5344CB8AC3E}">
        <p14:creationId xmlns:p14="http://schemas.microsoft.com/office/powerpoint/2010/main" val="3302557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B4EF7F-9B2F-4FE4-8E21-E36A82B00A28}" type="slidenum">
              <a:rPr lang="zh-CN" altLang="en-US" smtClean="0">
                <a:solidFill>
                  <a:prstClr val="black"/>
                </a:solidFill>
              </a:rPr>
              <a:pPr/>
              <a:t>13</a:t>
            </a:fld>
            <a:endParaRPr lang="zh-CN" altLang="en-US">
              <a:solidFill>
                <a:prstClr val="black"/>
              </a:solidFill>
            </a:endParaRPr>
          </a:p>
        </p:txBody>
      </p:sp>
    </p:spTree>
    <p:extLst>
      <p:ext uri="{BB962C8B-B14F-4D97-AF65-F5344CB8AC3E}">
        <p14:creationId xmlns:p14="http://schemas.microsoft.com/office/powerpoint/2010/main" val="1158172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AB5595-4BBB-45FB-A63B-27C83F3ABA9A}"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44202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4.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jpeg"/><Relationship Id="rId1" Type="http://schemas.openxmlformats.org/officeDocument/2006/relationships/slideMaster" Target="../slideMasters/slideMaster5.xml"/><Relationship Id="rId5" Type="http://schemas.openxmlformats.org/officeDocument/2006/relationships/image" Target="../media/image7.jpeg"/><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3"/>
          <p:cNvGrpSpPr>
            <a:grpSpLocks/>
          </p:cNvGrpSpPr>
          <p:nvPr userDrawn="1"/>
        </p:nvGrpSpPr>
        <p:grpSpPr bwMode="auto">
          <a:xfrm>
            <a:off x="0" y="0"/>
            <a:ext cx="9144000" cy="6859588"/>
            <a:chOff x="0" y="-1"/>
            <a:chExt cx="5769" cy="4321"/>
          </a:xfrm>
        </p:grpSpPr>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5769" cy="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5"/>
            <p:cNvGrpSpPr>
              <a:grpSpLocks/>
            </p:cNvGrpSpPr>
            <p:nvPr/>
          </p:nvGrpSpPr>
          <p:grpSpPr bwMode="auto">
            <a:xfrm>
              <a:off x="0" y="3339"/>
              <a:ext cx="5769" cy="981"/>
              <a:chOff x="0" y="3339"/>
              <a:chExt cx="5769" cy="981"/>
            </a:xfrm>
          </p:grpSpPr>
          <p:pic>
            <p:nvPicPr>
              <p:cNvPr id="7" name="Picture 16" descr="left-yu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39"/>
                <a:ext cx="5760"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descr="le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 y="3339"/>
                <a:ext cx="1066" cy="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8" descr="prodleft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 y="3339"/>
                <a:ext cx="1224"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0168" name="Rectangle 8"/>
          <p:cNvSpPr>
            <a:spLocks noGrp="1" noChangeArrowheads="1"/>
          </p:cNvSpPr>
          <p:nvPr>
            <p:ph type="ctrTitle"/>
          </p:nvPr>
        </p:nvSpPr>
        <p:spPr>
          <a:xfrm>
            <a:off x="685800" y="2174877"/>
            <a:ext cx="7772400" cy="1470025"/>
          </a:xfrm>
        </p:spPr>
        <p:txBody>
          <a:bodyPr/>
          <a:lstStyle>
            <a:lvl1pPr>
              <a:defRPr sz="3600"/>
            </a:lvl1pPr>
          </a:lstStyle>
          <a:p>
            <a:pPr lvl="0"/>
            <a:r>
              <a:rPr lang="zh-CN" altLang="en-US" noProof="0" dirty="0"/>
              <a:t>单击此处编辑母版标题样式</a:t>
            </a:r>
          </a:p>
        </p:txBody>
      </p:sp>
      <p:sp>
        <p:nvSpPr>
          <p:cNvPr id="220169" name="Rectangle 9"/>
          <p:cNvSpPr>
            <a:spLocks noGrp="1" noChangeArrowheads="1"/>
          </p:cNvSpPr>
          <p:nvPr>
            <p:ph type="subTitle" idx="1"/>
          </p:nvPr>
        </p:nvSpPr>
        <p:spPr>
          <a:xfrm>
            <a:off x="1371600" y="3981450"/>
            <a:ext cx="6400800" cy="1752600"/>
          </a:xfrm>
        </p:spPr>
        <p:txBody>
          <a:bodyPr/>
          <a:lstStyle>
            <a:lvl1pPr marL="0" indent="0" algn="ctr">
              <a:buFontTx/>
              <a:buNone/>
              <a:defRPr/>
            </a:lvl1pPr>
          </a:lstStyle>
          <a:p>
            <a:pPr lvl="0"/>
            <a:r>
              <a:rPr lang="zh-CN" altLang="en-US" noProof="0"/>
              <a:t>单击此处编辑母版副标题样式</a:t>
            </a:r>
          </a:p>
        </p:txBody>
      </p:sp>
      <p:sp>
        <p:nvSpPr>
          <p:cNvPr id="10" name="Rectangle 10"/>
          <p:cNvSpPr>
            <a:spLocks noGrp="1" noChangeArrowheads="1"/>
          </p:cNvSpPr>
          <p:nvPr>
            <p:ph type="dt" sz="half" idx="10"/>
          </p:nvPr>
        </p:nvSpPr>
        <p:spPr>
          <a:xfrm>
            <a:off x="457200" y="6245225"/>
            <a:ext cx="2133600" cy="476250"/>
          </a:xfrm>
        </p:spPr>
        <p:txBody>
          <a:bodyPr/>
          <a:lstStyle>
            <a:lvl1pPr>
              <a:defRPr/>
            </a:lvl1pPr>
          </a:lstStyle>
          <a:p>
            <a:pPr>
              <a:defRPr/>
            </a:pPr>
            <a:fld id="{ACB6DC2D-3124-4864-8F17-51D91A00BC4B}" type="datetime1">
              <a:rPr lang="zh-CN" altLang="en-US" smtClean="0"/>
              <a:t>2020/9/23</a:t>
            </a:fld>
            <a:endParaRPr lang="en-US" altLang="zh-CN" dirty="0"/>
          </a:p>
        </p:txBody>
      </p:sp>
      <p:sp>
        <p:nvSpPr>
          <p:cNvPr id="11" name="Rectangle 11"/>
          <p:cNvSpPr>
            <a:spLocks noGrp="1" noChangeArrowheads="1"/>
          </p:cNvSpPr>
          <p:nvPr>
            <p:ph type="ftr" sz="quarter" idx="11"/>
          </p:nvPr>
        </p:nvSpPr>
        <p:spPr bwMode="auto">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lgn="ctr" eaLnBrk="1" hangingPunct="1">
              <a:defRPr sz="1050" b="0">
                <a:latin typeface="Arial" pitchFamily="34" charset="0"/>
                <a:ea typeface="宋体" pitchFamily="2" charset="-122"/>
              </a:defRPr>
            </a:lvl1pPr>
          </a:lstStyle>
          <a:p>
            <a:pPr>
              <a:defRPr/>
            </a:pPr>
            <a:endParaRPr lang="en-US" altLang="zh-CN" dirty="0"/>
          </a:p>
        </p:txBody>
      </p:sp>
      <p:sp>
        <p:nvSpPr>
          <p:cNvPr id="12" name="Rectangle 12"/>
          <p:cNvSpPr>
            <a:spLocks noGrp="1" noChangeArrowheads="1"/>
          </p:cNvSpPr>
          <p:nvPr>
            <p:ph type="sldNum" sz="quarter" idx="12"/>
          </p:nvPr>
        </p:nvSpPr>
        <p:spPr/>
        <p:txBody>
          <a:bodyPr/>
          <a:lstStyle>
            <a:lvl1pPr>
              <a:defRPr smtClean="0"/>
            </a:lvl1pPr>
          </a:lstStyle>
          <a:p>
            <a:pPr>
              <a:defRPr/>
            </a:pPr>
            <a:fld id="{8D607B1F-B62A-4789-A7BC-18AC13A9B60D}" type="slidenum">
              <a:rPr lang="en-US" altLang="zh-CN"/>
              <a:pPr>
                <a:defRPr/>
              </a:pPr>
              <a:t>‹#›</a:t>
            </a:fld>
            <a:endParaRPr lang="en-US" altLang="zh-CN" dirty="0"/>
          </a:p>
        </p:txBody>
      </p:sp>
    </p:spTree>
    <p:extLst>
      <p:ext uri="{BB962C8B-B14F-4D97-AF65-F5344CB8AC3E}">
        <p14:creationId xmlns:p14="http://schemas.microsoft.com/office/powerpoint/2010/main" val="252590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9A6CF70D-C721-4DB7-B098-A022CC4658FC}"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69F475A7-751F-46E9-9CBB-6E29EA33C016}" type="slidenum">
              <a:rPr lang="en-US" altLang="zh-CN"/>
              <a:pPr>
                <a:defRPr/>
              </a:pPr>
              <a:t>‹#›</a:t>
            </a:fld>
            <a:endParaRPr lang="en-US" altLang="zh-CN" dirty="0"/>
          </a:p>
        </p:txBody>
      </p:sp>
    </p:spTree>
    <p:extLst>
      <p:ext uri="{BB962C8B-B14F-4D97-AF65-F5344CB8AC3E}">
        <p14:creationId xmlns:p14="http://schemas.microsoft.com/office/powerpoint/2010/main" val="1708635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fld id="{BED13D9E-A619-4C9B-8F62-AEBD7F91625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5A0A3F50-DA56-4AB6-8783-B282435CEE3F}" type="slidenum">
              <a:rPr lang="en-US" altLang="zh-CN"/>
              <a:pPr>
                <a:defRPr/>
              </a:pPr>
              <a:t>‹#›</a:t>
            </a:fld>
            <a:endParaRPr lang="en-US" altLang="zh-CN" dirty="0"/>
          </a:p>
        </p:txBody>
      </p:sp>
    </p:spTree>
    <p:extLst>
      <p:ext uri="{BB962C8B-B14F-4D97-AF65-F5344CB8AC3E}">
        <p14:creationId xmlns:p14="http://schemas.microsoft.com/office/powerpoint/2010/main" val="385968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96975"/>
            <a:ext cx="4038600" cy="4929188"/>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C085971F-171C-4E9F-A984-C36F512E24E4}"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80A3C619-A168-402B-A948-253ABE52BC4C}" type="slidenum">
              <a:rPr lang="en-US" altLang="zh-CN"/>
              <a:pPr>
                <a:defRPr/>
              </a:pPr>
              <a:t>‹#›</a:t>
            </a:fld>
            <a:endParaRPr lang="en-US" altLang="zh-CN" dirty="0"/>
          </a:p>
        </p:txBody>
      </p:sp>
    </p:spTree>
    <p:extLst>
      <p:ext uri="{BB962C8B-B14F-4D97-AF65-F5344CB8AC3E}">
        <p14:creationId xmlns:p14="http://schemas.microsoft.com/office/powerpoint/2010/main" val="4198595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fld id="{ADE1A218-2CD8-4A25-A453-07FFA7CCDFA1}" type="datetime1">
              <a:rPr lang="zh-CN" altLang="en-US" smtClean="0"/>
              <a:t>2020/9/23</a:t>
            </a:fld>
            <a:endParaRPr lang="en-US" altLang="zh-CN" dirty="0"/>
          </a:p>
        </p:txBody>
      </p:sp>
      <p:sp>
        <p:nvSpPr>
          <p:cNvPr id="8" name="Rectangle 12"/>
          <p:cNvSpPr>
            <a:spLocks noGrp="1" noChangeArrowheads="1"/>
          </p:cNvSpPr>
          <p:nvPr>
            <p:ph type="sldNum" sz="quarter" idx="11"/>
          </p:nvPr>
        </p:nvSpPr>
        <p:spPr>
          <a:ln/>
        </p:spPr>
        <p:txBody>
          <a:bodyPr/>
          <a:lstStyle>
            <a:lvl1pPr>
              <a:defRPr/>
            </a:lvl1pPr>
          </a:lstStyle>
          <a:p>
            <a:pPr>
              <a:defRPr/>
            </a:pPr>
            <a:fld id="{8FB9FDE7-BABD-4E63-87D1-39DA3F79563E}" type="slidenum">
              <a:rPr lang="en-US" altLang="zh-CN"/>
              <a:pPr>
                <a:defRPr/>
              </a:pPr>
              <a:t>‹#›</a:t>
            </a:fld>
            <a:endParaRPr lang="en-US" altLang="zh-CN" dirty="0"/>
          </a:p>
        </p:txBody>
      </p:sp>
    </p:spTree>
    <p:extLst>
      <p:ext uri="{BB962C8B-B14F-4D97-AF65-F5344CB8AC3E}">
        <p14:creationId xmlns:p14="http://schemas.microsoft.com/office/powerpoint/2010/main" val="508356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fld id="{D338C859-31B5-45FA-8D19-03FEA484C3DF}" type="datetime1">
              <a:rPr lang="zh-CN" altLang="en-US" smtClean="0"/>
              <a:t>2020/9/23</a:t>
            </a:fld>
            <a:endParaRPr lang="en-US" altLang="zh-CN" dirty="0"/>
          </a:p>
        </p:txBody>
      </p:sp>
      <p:sp>
        <p:nvSpPr>
          <p:cNvPr id="4" name="Rectangle 12"/>
          <p:cNvSpPr>
            <a:spLocks noGrp="1" noChangeArrowheads="1"/>
          </p:cNvSpPr>
          <p:nvPr>
            <p:ph type="sldNum" sz="quarter" idx="11"/>
          </p:nvPr>
        </p:nvSpPr>
        <p:spPr>
          <a:ln/>
        </p:spPr>
        <p:txBody>
          <a:bodyPr/>
          <a:lstStyle>
            <a:lvl1pPr>
              <a:defRPr/>
            </a:lvl1pPr>
          </a:lstStyle>
          <a:p>
            <a:pPr>
              <a:defRPr/>
            </a:pPr>
            <a:fld id="{9357100E-3847-4A5E-AB2E-6CAE99AA3428}" type="slidenum">
              <a:rPr lang="en-US" altLang="zh-CN"/>
              <a:pPr>
                <a:defRPr/>
              </a:pPr>
              <a:t>‹#›</a:t>
            </a:fld>
            <a:endParaRPr lang="en-US" altLang="zh-CN" dirty="0"/>
          </a:p>
        </p:txBody>
      </p:sp>
    </p:spTree>
    <p:extLst>
      <p:ext uri="{BB962C8B-B14F-4D97-AF65-F5344CB8AC3E}">
        <p14:creationId xmlns:p14="http://schemas.microsoft.com/office/powerpoint/2010/main" val="507149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fld id="{28FBA2E0-E0AF-4C47-A0D0-90879D3BE8E7}" type="datetime1">
              <a:rPr lang="zh-CN" altLang="en-US" smtClean="0"/>
              <a:t>2020/9/23</a:t>
            </a:fld>
            <a:endParaRPr lang="en-US" altLang="zh-CN" dirty="0"/>
          </a:p>
        </p:txBody>
      </p:sp>
      <p:sp>
        <p:nvSpPr>
          <p:cNvPr id="3" name="Rectangle 12"/>
          <p:cNvSpPr>
            <a:spLocks noGrp="1" noChangeArrowheads="1"/>
          </p:cNvSpPr>
          <p:nvPr>
            <p:ph type="sldNum" sz="quarter" idx="11"/>
          </p:nvPr>
        </p:nvSpPr>
        <p:spPr>
          <a:ln/>
        </p:spPr>
        <p:txBody>
          <a:bodyPr/>
          <a:lstStyle>
            <a:lvl1pPr>
              <a:defRPr/>
            </a:lvl1pPr>
          </a:lstStyle>
          <a:p>
            <a:pPr>
              <a:defRPr/>
            </a:pPr>
            <a:fld id="{27F47753-A62D-4ACE-ADD9-B7CC00B9D819}" type="slidenum">
              <a:rPr lang="en-US" altLang="zh-CN"/>
              <a:pPr>
                <a:defRPr/>
              </a:pPr>
              <a:t>‹#›</a:t>
            </a:fld>
            <a:endParaRPr lang="en-US" altLang="zh-CN" dirty="0"/>
          </a:p>
        </p:txBody>
      </p:sp>
    </p:spTree>
    <p:extLst>
      <p:ext uri="{BB962C8B-B14F-4D97-AF65-F5344CB8AC3E}">
        <p14:creationId xmlns:p14="http://schemas.microsoft.com/office/powerpoint/2010/main" val="69866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CB47210-C9CD-43A5-8C89-EFA56D9AC15F}"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DF6B281A-C893-4F77-9E29-516DD5105381}" type="slidenum">
              <a:rPr lang="en-US" altLang="zh-CN"/>
              <a:pPr>
                <a:defRPr/>
              </a:pPr>
              <a:t>‹#›</a:t>
            </a:fld>
            <a:endParaRPr lang="en-US" altLang="zh-CN" dirty="0"/>
          </a:p>
        </p:txBody>
      </p:sp>
    </p:spTree>
    <p:extLst>
      <p:ext uri="{BB962C8B-B14F-4D97-AF65-F5344CB8AC3E}">
        <p14:creationId xmlns:p14="http://schemas.microsoft.com/office/powerpoint/2010/main" val="3579918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D74D966-BEAD-4801-9336-D07355765EFC}"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A54614E8-61C8-49B3-B65B-3A8C85E20D1C}" type="slidenum">
              <a:rPr lang="en-US" altLang="zh-CN"/>
              <a:pPr>
                <a:defRPr/>
              </a:pPr>
              <a:t>‹#›</a:t>
            </a:fld>
            <a:endParaRPr lang="en-US" altLang="zh-CN" dirty="0"/>
          </a:p>
        </p:txBody>
      </p:sp>
    </p:spTree>
    <p:extLst>
      <p:ext uri="{BB962C8B-B14F-4D97-AF65-F5344CB8AC3E}">
        <p14:creationId xmlns:p14="http://schemas.microsoft.com/office/powerpoint/2010/main" val="3503324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DBA9DD5B-5C26-4B8A-B18D-30A4E90FABEE}"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B8040349-A6EE-438D-8715-EAD358F6BE13}" type="slidenum">
              <a:rPr lang="en-US" altLang="zh-CN"/>
              <a:pPr>
                <a:defRPr/>
              </a:pPr>
              <a:t>‹#›</a:t>
            </a:fld>
            <a:endParaRPr lang="en-US" altLang="zh-CN" dirty="0"/>
          </a:p>
        </p:txBody>
      </p:sp>
    </p:spTree>
    <p:extLst>
      <p:ext uri="{BB962C8B-B14F-4D97-AF65-F5344CB8AC3E}">
        <p14:creationId xmlns:p14="http://schemas.microsoft.com/office/powerpoint/2010/main" val="1597554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88913"/>
            <a:ext cx="2057400" cy="59372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019800" cy="59372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00F2A80B-132C-447F-90FA-01253F3934C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45AD044C-D80E-4664-A256-A7B854071A49}" type="slidenum">
              <a:rPr lang="en-US" altLang="zh-CN"/>
              <a:pPr>
                <a:defRPr/>
              </a:pPr>
              <a:t>‹#›</a:t>
            </a:fld>
            <a:endParaRPr lang="en-US" altLang="zh-CN" dirty="0"/>
          </a:p>
        </p:txBody>
      </p:sp>
    </p:spTree>
    <p:extLst>
      <p:ext uri="{BB962C8B-B14F-4D97-AF65-F5344CB8AC3E}">
        <p14:creationId xmlns:p14="http://schemas.microsoft.com/office/powerpoint/2010/main" val="292468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5"/>
            <a:ext cx="8229600" cy="706437"/>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DBB9FB99-15BB-499B-AD47-D71D12C0F0E2}"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8D0779A6-C410-4EDC-971F-00DF59C1D36E}" type="slidenum">
              <a:rPr lang="en-US" altLang="zh-CN"/>
              <a:pPr>
                <a:defRPr/>
              </a:pPr>
              <a:t>‹#›</a:t>
            </a:fld>
            <a:endParaRPr lang="en-US" altLang="zh-CN" dirty="0"/>
          </a:p>
        </p:txBody>
      </p:sp>
    </p:spTree>
    <p:extLst>
      <p:ext uri="{BB962C8B-B14F-4D97-AF65-F5344CB8AC3E}">
        <p14:creationId xmlns:p14="http://schemas.microsoft.com/office/powerpoint/2010/main" val="1634047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5"/>
            <a:ext cx="8229600" cy="706437"/>
          </a:xfrm>
        </p:spPr>
        <p:txBody>
          <a:bodyPr/>
          <a:lstStyle/>
          <a:p>
            <a:r>
              <a:rPr lang="zh-CN" altLang="en-US"/>
              <a:t>单击此处编辑母版标题样式</a:t>
            </a:r>
          </a:p>
        </p:txBody>
      </p:sp>
      <p:sp>
        <p:nvSpPr>
          <p:cNvPr id="3" name="表格占位符 2"/>
          <p:cNvSpPr>
            <a:spLocks noGrp="1"/>
          </p:cNvSpPr>
          <p:nvPr>
            <p:ph type="tbl" idx="1"/>
          </p:nvPr>
        </p:nvSpPr>
        <p:spPr>
          <a:xfrm>
            <a:off x="457200" y="1196975"/>
            <a:ext cx="8229600" cy="4929188"/>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fld id="{812FCB9F-B1CF-4927-B636-405165E23FC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0ABEF88C-482C-41F1-9768-1D35DB7DA5C6}" type="slidenum">
              <a:rPr lang="en-US" altLang="zh-CN"/>
              <a:pPr>
                <a:defRPr/>
              </a:pPr>
              <a:t>‹#›</a:t>
            </a:fld>
            <a:endParaRPr lang="en-US" altLang="zh-CN" dirty="0"/>
          </a:p>
        </p:txBody>
      </p:sp>
    </p:spTree>
    <p:extLst>
      <p:ext uri="{BB962C8B-B14F-4D97-AF65-F5344CB8AC3E}">
        <p14:creationId xmlns:p14="http://schemas.microsoft.com/office/powerpoint/2010/main" val="942250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3"/>
          <p:cNvGrpSpPr>
            <a:grpSpLocks/>
          </p:cNvGrpSpPr>
          <p:nvPr userDrawn="1"/>
        </p:nvGrpSpPr>
        <p:grpSpPr bwMode="auto">
          <a:xfrm>
            <a:off x="0" y="0"/>
            <a:ext cx="9144000" cy="6859588"/>
            <a:chOff x="0" y="-1"/>
            <a:chExt cx="5769" cy="4321"/>
          </a:xfrm>
        </p:grpSpPr>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5769" cy="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5"/>
            <p:cNvGrpSpPr>
              <a:grpSpLocks/>
            </p:cNvGrpSpPr>
            <p:nvPr/>
          </p:nvGrpSpPr>
          <p:grpSpPr bwMode="auto">
            <a:xfrm>
              <a:off x="0" y="3339"/>
              <a:ext cx="5769" cy="981"/>
              <a:chOff x="0" y="3339"/>
              <a:chExt cx="5769" cy="981"/>
            </a:xfrm>
          </p:grpSpPr>
          <p:pic>
            <p:nvPicPr>
              <p:cNvPr id="7" name="Picture 16" descr="left-yu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39"/>
                <a:ext cx="5760"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descr="le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 y="3339"/>
                <a:ext cx="1066" cy="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8" descr="prodleft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 y="3339"/>
                <a:ext cx="1224"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0168" name="Rectangle 8"/>
          <p:cNvSpPr>
            <a:spLocks noGrp="1" noChangeArrowheads="1"/>
          </p:cNvSpPr>
          <p:nvPr>
            <p:ph type="ctrTitle"/>
          </p:nvPr>
        </p:nvSpPr>
        <p:spPr>
          <a:xfrm>
            <a:off x="685800" y="2174875"/>
            <a:ext cx="7772400" cy="1470025"/>
          </a:xfrm>
        </p:spPr>
        <p:txBody>
          <a:bodyPr/>
          <a:lstStyle>
            <a:lvl1pPr>
              <a:defRPr sz="4800"/>
            </a:lvl1pPr>
          </a:lstStyle>
          <a:p>
            <a:pPr lvl="0"/>
            <a:r>
              <a:rPr lang="zh-CN" altLang="en-US" noProof="0" dirty="0"/>
              <a:t>单击此处编辑母版标题样式</a:t>
            </a:r>
          </a:p>
        </p:txBody>
      </p:sp>
      <p:sp>
        <p:nvSpPr>
          <p:cNvPr id="220169" name="Rectangle 9"/>
          <p:cNvSpPr>
            <a:spLocks noGrp="1" noChangeArrowheads="1"/>
          </p:cNvSpPr>
          <p:nvPr>
            <p:ph type="subTitle" idx="1"/>
          </p:nvPr>
        </p:nvSpPr>
        <p:spPr>
          <a:xfrm>
            <a:off x="1371600" y="3981450"/>
            <a:ext cx="6400800" cy="1752600"/>
          </a:xfrm>
        </p:spPr>
        <p:txBody>
          <a:bodyPr/>
          <a:lstStyle>
            <a:lvl1pPr marL="0" indent="0" algn="ctr">
              <a:buFontTx/>
              <a:buNone/>
              <a:defRPr/>
            </a:lvl1pPr>
          </a:lstStyle>
          <a:p>
            <a:pPr lvl="0"/>
            <a:r>
              <a:rPr lang="zh-CN" altLang="en-US" noProof="0"/>
              <a:t>单击此处编辑母版副标题样式</a:t>
            </a:r>
          </a:p>
        </p:txBody>
      </p:sp>
      <p:sp>
        <p:nvSpPr>
          <p:cNvPr id="10" name="Rectangle 10"/>
          <p:cNvSpPr>
            <a:spLocks noGrp="1" noChangeArrowheads="1"/>
          </p:cNvSpPr>
          <p:nvPr>
            <p:ph type="dt" sz="half" idx="10"/>
          </p:nvPr>
        </p:nvSpPr>
        <p:spPr>
          <a:xfrm>
            <a:off x="457200" y="6245225"/>
            <a:ext cx="2133600" cy="476250"/>
          </a:xfrm>
        </p:spPr>
        <p:txBody>
          <a:bodyPr/>
          <a:lstStyle>
            <a:lvl1pPr>
              <a:defRPr/>
            </a:lvl1pPr>
          </a:lstStyle>
          <a:p>
            <a:pPr>
              <a:defRPr/>
            </a:pPr>
            <a:fld id="{ACB6DC2D-3124-4864-8F17-51D91A00BC4B}" type="datetime1">
              <a:rPr lang="zh-CN" altLang="en-US" smtClean="0"/>
              <a:t>2020/9/23</a:t>
            </a:fld>
            <a:endParaRPr lang="en-US" altLang="zh-CN" dirty="0"/>
          </a:p>
        </p:txBody>
      </p:sp>
      <p:sp>
        <p:nvSpPr>
          <p:cNvPr id="11" name="Rectangle 11"/>
          <p:cNvSpPr>
            <a:spLocks noGrp="1" noChangeArrowheads="1"/>
          </p:cNvSpPr>
          <p:nvPr>
            <p:ph type="ftr" sz="quarter" idx="11"/>
          </p:nvPr>
        </p:nvSpPr>
        <p:spPr bwMode="auto">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lgn="ctr" eaLnBrk="1" hangingPunct="1">
              <a:defRPr sz="1400" b="0">
                <a:latin typeface="Arial" pitchFamily="34" charset="0"/>
                <a:ea typeface="宋体" pitchFamily="2" charset="-122"/>
              </a:defRPr>
            </a:lvl1pPr>
          </a:lstStyle>
          <a:p>
            <a:pPr>
              <a:defRPr/>
            </a:pPr>
            <a:endParaRPr lang="en-US" altLang="zh-CN" dirty="0"/>
          </a:p>
        </p:txBody>
      </p:sp>
      <p:sp>
        <p:nvSpPr>
          <p:cNvPr id="12" name="Rectangle 12"/>
          <p:cNvSpPr>
            <a:spLocks noGrp="1" noChangeArrowheads="1"/>
          </p:cNvSpPr>
          <p:nvPr>
            <p:ph type="sldNum" sz="quarter" idx="12"/>
          </p:nvPr>
        </p:nvSpPr>
        <p:spPr/>
        <p:txBody>
          <a:bodyPr/>
          <a:lstStyle>
            <a:lvl1pPr>
              <a:defRPr smtClean="0"/>
            </a:lvl1pPr>
          </a:lstStyle>
          <a:p>
            <a:pPr>
              <a:defRPr/>
            </a:pPr>
            <a:fld id="{8D607B1F-B62A-4789-A7BC-18AC13A9B60D}" type="slidenum">
              <a:rPr lang="en-US" altLang="zh-CN"/>
              <a:pPr>
                <a:defRPr/>
              </a:pPr>
              <a:t>‹#›</a:t>
            </a:fld>
            <a:endParaRPr lang="en-US" altLang="zh-CN" dirty="0"/>
          </a:p>
        </p:txBody>
      </p:sp>
    </p:spTree>
    <p:extLst>
      <p:ext uri="{BB962C8B-B14F-4D97-AF65-F5344CB8AC3E}">
        <p14:creationId xmlns:p14="http://schemas.microsoft.com/office/powerpoint/2010/main" val="1287884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9A6CF70D-C721-4DB7-B098-A022CC4658FC}"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69F475A7-751F-46E9-9CBB-6E29EA33C016}" type="slidenum">
              <a:rPr lang="en-US" altLang="zh-CN"/>
              <a:pPr>
                <a:defRPr/>
              </a:pPr>
              <a:t>‹#›</a:t>
            </a:fld>
            <a:endParaRPr lang="en-US" altLang="zh-CN" dirty="0"/>
          </a:p>
        </p:txBody>
      </p:sp>
    </p:spTree>
    <p:extLst>
      <p:ext uri="{BB962C8B-B14F-4D97-AF65-F5344CB8AC3E}">
        <p14:creationId xmlns:p14="http://schemas.microsoft.com/office/powerpoint/2010/main" val="24374470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fld id="{BED13D9E-A619-4C9B-8F62-AEBD7F91625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5A0A3F50-DA56-4AB6-8783-B282435CEE3F}" type="slidenum">
              <a:rPr lang="en-US" altLang="zh-CN"/>
              <a:pPr>
                <a:defRPr/>
              </a:pPr>
              <a:t>‹#›</a:t>
            </a:fld>
            <a:endParaRPr lang="en-US" altLang="zh-CN" dirty="0"/>
          </a:p>
        </p:txBody>
      </p:sp>
    </p:spTree>
    <p:extLst>
      <p:ext uri="{BB962C8B-B14F-4D97-AF65-F5344CB8AC3E}">
        <p14:creationId xmlns:p14="http://schemas.microsoft.com/office/powerpoint/2010/main" val="2723711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C085971F-171C-4E9F-A984-C36F512E24E4}"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80A3C619-A168-402B-A948-253ABE52BC4C}" type="slidenum">
              <a:rPr lang="en-US" altLang="zh-CN"/>
              <a:pPr>
                <a:defRPr/>
              </a:pPr>
              <a:t>‹#›</a:t>
            </a:fld>
            <a:endParaRPr lang="en-US" altLang="zh-CN" dirty="0"/>
          </a:p>
        </p:txBody>
      </p:sp>
    </p:spTree>
    <p:extLst>
      <p:ext uri="{BB962C8B-B14F-4D97-AF65-F5344CB8AC3E}">
        <p14:creationId xmlns:p14="http://schemas.microsoft.com/office/powerpoint/2010/main" val="2479712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fld id="{ADE1A218-2CD8-4A25-A453-07FFA7CCDFA1}" type="datetime1">
              <a:rPr lang="zh-CN" altLang="en-US" smtClean="0"/>
              <a:t>2020/9/23</a:t>
            </a:fld>
            <a:endParaRPr lang="en-US" altLang="zh-CN" dirty="0"/>
          </a:p>
        </p:txBody>
      </p:sp>
      <p:sp>
        <p:nvSpPr>
          <p:cNvPr id="8" name="Rectangle 12"/>
          <p:cNvSpPr>
            <a:spLocks noGrp="1" noChangeArrowheads="1"/>
          </p:cNvSpPr>
          <p:nvPr>
            <p:ph type="sldNum" sz="quarter" idx="11"/>
          </p:nvPr>
        </p:nvSpPr>
        <p:spPr>
          <a:ln/>
        </p:spPr>
        <p:txBody>
          <a:bodyPr/>
          <a:lstStyle>
            <a:lvl1pPr>
              <a:defRPr/>
            </a:lvl1pPr>
          </a:lstStyle>
          <a:p>
            <a:pPr>
              <a:defRPr/>
            </a:pPr>
            <a:fld id="{8FB9FDE7-BABD-4E63-87D1-39DA3F79563E}" type="slidenum">
              <a:rPr lang="en-US" altLang="zh-CN"/>
              <a:pPr>
                <a:defRPr/>
              </a:pPr>
              <a:t>‹#›</a:t>
            </a:fld>
            <a:endParaRPr lang="en-US" altLang="zh-CN" dirty="0"/>
          </a:p>
        </p:txBody>
      </p:sp>
    </p:spTree>
    <p:extLst>
      <p:ext uri="{BB962C8B-B14F-4D97-AF65-F5344CB8AC3E}">
        <p14:creationId xmlns:p14="http://schemas.microsoft.com/office/powerpoint/2010/main" val="21748926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fld id="{D338C859-31B5-45FA-8D19-03FEA484C3DF}" type="datetime1">
              <a:rPr lang="zh-CN" altLang="en-US" smtClean="0"/>
              <a:t>2020/9/23</a:t>
            </a:fld>
            <a:endParaRPr lang="en-US" altLang="zh-CN" dirty="0"/>
          </a:p>
        </p:txBody>
      </p:sp>
      <p:sp>
        <p:nvSpPr>
          <p:cNvPr id="4" name="Rectangle 12"/>
          <p:cNvSpPr>
            <a:spLocks noGrp="1" noChangeArrowheads="1"/>
          </p:cNvSpPr>
          <p:nvPr>
            <p:ph type="sldNum" sz="quarter" idx="11"/>
          </p:nvPr>
        </p:nvSpPr>
        <p:spPr>
          <a:ln/>
        </p:spPr>
        <p:txBody>
          <a:bodyPr/>
          <a:lstStyle>
            <a:lvl1pPr>
              <a:defRPr/>
            </a:lvl1pPr>
          </a:lstStyle>
          <a:p>
            <a:pPr>
              <a:defRPr/>
            </a:pPr>
            <a:fld id="{9357100E-3847-4A5E-AB2E-6CAE99AA3428}" type="slidenum">
              <a:rPr lang="en-US" altLang="zh-CN"/>
              <a:pPr>
                <a:defRPr/>
              </a:pPr>
              <a:t>‹#›</a:t>
            </a:fld>
            <a:endParaRPr lang="en-US" altLang="zh-CN" dirty="0"/>
          </a:p>
        </p:txBody>
      </p:sp>
    </p:spTree>
    <p:extLst>
      <p:ext uri="{BB962C8B-B14F-4D97-AF65-F5344CB8AC3E}">
        <p14:creationId xmlns:p14="http://schemas.microsoft.com/office/powerpoint/2010/main" val="39273876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fld id="{28FBA2E0-E0AF-4C47-A0D0-90879D3BE8E7}" type="datetime1">
              <a:rPr lang="zh-CN" altLang="en-US" smtClean="0"/>
              <a:t>2020/9/23</a:t>
            </a:fld>
            <a:endParaRPr lang="en-US" altLang="zh-CN" dirty="0"/>
          </a:p>
        </p:txBody>
      </p:sp>
      <p:sp>
        <p:nvSpPr>
          <p:cNvPr id="3" name="Rectangle 12"/>
          <p:cNvSpPr>
            <a:spLocks noGrp="1" noChangeArrowheads="1"/>
          </p:cNvSpPr>
          <p:nvPr>
            <p:ph type="sldNum" sz="quarter" idx="11"/>
          </p:nvPr>
        </p:nvSpPr>
        <p:spPr>
          <a:ln/>
        </p:spPr>
        <p:txBody>
          <a:bodyPr/>
          <a:lstStyle>
            <a:lvl1pPr>
              <a:defRPr/>
            </a:lvl1pPr>
          </a:lstStyle>
          <a:p>
            <a:pPr>
              <a:defRPr/>
            </a:pPr>
            <a:fld id="{27F47753-A62D-4ACE-ADD9-B7CC00B9D819}" type="slidenum">
              <a:rPr lang="en-US" altLang="zh-CN"/>
              <a:pPr>
                <a:defRPr/>
              </a:pPr>
              <a:t>‹#›</a:t>
            </a:fld>
            <a:endParaRPr lang="en-US" altLang="zh-CN" dirty="0"/>
          </a:p>
        </p:txBody>
      </p:sp>
    </p:spTree>
    <p:extLst>
      <p:ext uri="{BB962C8B-B14F-4D97-AF65-F5344CB8AC3E}">
        <p14:creationId xmlns:p14="http://schemas.microsoft.com/office/powerpoint/2010/main" val="623482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CB47210-C9CD-43A5-8C89-EFA56D9AC15F}"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DF6B281A-C893-4F77-9E29-516DD5105381}" type="slidenum">
              <a:rPr lang="en-US" altLang="zh-CN"/>
              <a:pPr>
                <a:defRPr/>
              </a:pPr>
              <a:t>‹#›</a:t>
            </a:fld>
            <a:endParaRPr lang="en-US" altLang="zh-CN" dirty="0"/>
          </a:p>
        </p:txBody>
      </p:sp>
    </p:spTree>
    <p:extLst>
      <p:ext uri="{BB962C8B-B14F-4D97-AF65-F5344CB8AC3E}">
        <p14:creationId xmlns:p14="http://schemas.microsoft.com/office/powerpoint/2010/main" val="2102813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D74D966-BEAD-4801-9336-D07355765EFC}"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A54614E8-61C8-49B3-B65B-3A8C85E20D1C}" type="slidenum">
              <a:rPr lang="en-US" altLang="zh-CN"/>
              <a:pPr>
                <a:defRPr/>
              </a:pPr>
              <a:t>‹#›</a:t>
            </a:fld>
            <a:endParaRPr lang="en-US" altLang="zh-CN" dirty="0"/>
          </a:p>
        </p:txBody>
      </p:sp>
    </p:spTree>
    <p:extLst>
      <p:ext uri="{BB962C8B-B14F-4D97-AF65-F5344CB8AC3E}">
        <p14:creationId xmlns:p14="http://schemas.microsoft.com/office/powerpoint/2010/main" val="15498274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DBA9DD5B-5C26-4B8A-B18D-30A4E90FABEE}"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B8040349-A6EE-438D-8715-EAD358F6BE13}" type="slidenum">
              <a:rPr lang="en-US" altLang="zh-CN"/>
              <a:pPr>
                <a:defRPr/>
              </a:pPr>
              <a:t>‹#›</a:t>
            </a:fld>
            <a:endParaRPr lang="en-US" altLang="zh-CN" dirty="0"/>
          </a:p>
        </p:txBody>
      </p:sp>
    </p:spTree>
    <p:extLst>
      <p:ext uri="{BB962C8B-B14F-4D97-AF65-F5344CB8AC3E}">
        <p14:creationId xmlns:p14="http://schemas.microsoft.com/office/powerpoint/2010/main" val="3335858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88913"/>
            <a:ext cx="2057400" cy="59372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019800" cy="59372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00F2A80B-132C-447F-90FA-01253F3934C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45AD044C-D80E-4664-A256-A7B854071A49}" type="slidenum">
              <a:rPr lang="en-US" altLang="zh-CN"/>
              <a:pPr>
                <a:defRPr/>
              </a:pPr>
              <a:t>‹#›</a:t>
            </a:fld>
            <a:endParaRPr lang="en-US" altLang="zh-CN" dirty="0"/>
          </a:p>
        </p:txBody>
      </p:sp>
    </p:spTree>
    <p:extLst>
      <p:ext uri="{BB962C8B-B14F-4D97-AF65-F5344CB8AC3E}">
        <p14:creationId xmlns:p14="http://schemas.microsoft.com/office/powerpoint/2010/main" val="14519073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DBB9FB99-15BB-499B-AD47-D71D12C0F0E2}" type="datetime1">
              <a:rPr lang="zh-CN" altLang="en-US" smtClean="0"/>
              <a:t>2020/9/23</a:t>
            </a:fld>
            <a:endParaRPr lang="en-US" altLang="zh-CN" dirty="0"/>
          </a:p>
        </p:txBody>
      </p:sp>
      <p:sp>
        <p:nvSpPr>
          <p:cNvPr id="6" name="Rectangle 12"/>
          <p:cNvSpPr>
            <a:spLocks noGrp="1" noChangeArrowheads="1"/>
          </p:cNvSpPr>
          <p:nvPr>
            <p:ph type="sldNum" sz="quarter" idx="11"/>
          </p:nvPr>
        </p:nvSpPr>
        <p:spPr>
          <a:ln/>
        </p:spPr>
        <p:txBody>
          <a:bodyPr/>
          <a:lstStyle>
            <a:lvl1pPr>
              <a:defRPr/>
            </a:lvl1pPr>
          </a:lstStyle>
          <a:p>
            <a:pPr>
              <a:defRPr/>
            </a:pPr>
            <a:fld id="{8D0779A6-C410-4EDC-971F-00DF59C1D36E}" type="slidenum">
              <a:rPr lang="en-US" altLang="zh-CN"/>
              <a:pPr>
                <a:defRPr/>
              </a:pPr>
              <a:t>‹#›</a:t>
            </a:fld>
            <a:endParaRPr lang="en-US" altLang="zh-CN" dirty="0"/>
          </a:p>
        </p:txBody>
      </p:sp>
    </p:spTree>
    <p:extLst>
      <p:ext uri="{BB962C8B-B14F-4D97-AF65-F5344CB8AC3E}">
        <p14:creationId xmlns:p14="http://schemas.microsoft.com/office/powerpoint/2010/main" val="1754921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表格占位符 2"/>
          <p:cNvSpPr>
            <a:spLocks noGrp="1"/>
          </p:cNvSpPr>
          <p:nvPr>
            <p:ph type="tbl" idx="1"/>
          </p:nvPr>
        </p:nvSpPr>
        <p:spPr>
          <a:xfrm>
            <a:off x="457200" y="1196975"/>
            <a:ext cx="8229600" cy="4929188"/>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fld id="{812FCB9F-B1CF-4927-B636-405165E23FC4}" type="datetime1">
              <a:rPr lang="zh-CN" altLang="en-US" smtClean="0"/>
              <a:t>2020/9/23</a:t>
            </a:fld>
            <a:endParaRPr lang="en-US" altLang="zh-CN" dirty="0"/>
          </a:p>
        </p:txBody>
      </p:sp>
      <p:sp>
        <p:nvSpPr>
          <p:cNvPr id="5" name="Rectangle 12"/>
          <p:cNvSpPr>
            <a:spLocks noGrp="1" noChangeArrowheads="1"/>
          </p:cNvSpPr>
          <p:nvPr>
            <p:ph type="sldNum" sz="quarter" idx="11"/>
          </p:nvPr>
        </p:nvSpPr>
        <p:spPr>
          <a:ln/>
        </p:spPr>
        <p:txBody>
          <a:bodyPr/>
          <a:lstStyle>
            <a:lvl1pPr>
              <a:defRPr/>
            </a:lvl1pPr>
          </a:lstStyle>
          <a:p>
            <a:pPr>
              <a:defRPr/>
            </a:pPr>
            <a:fld id="{0ABEF88C-482C-41F1-9768-1D35DB7DA5C6}" type="slidenum">
              <a:rPr lang="en-US" altLang="zh-CN"/>
              <a:pPr>
                <a:defRPr/>
              </a:pPr>
              <a:t>‹#›</a:t>
            </a:fld>
            <a:endParaRPr lang="en-US" altLang="zh-CN" dirty="0"/>
          </a:p>
        </p:txBody>
      </p:sp>
    </p:spTree>
    <p:extLst>
      <p:ext uri="{BB962C8B-B14F-4D97-AF65-F5344CB8AC3E}">
        <p14:creationId xmlns:p14="http://schemas.microsoft.com/office/powerpoint/2010/main" val="11101400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lstStyle>
            <a:lvl1pPr>
              <a:defRPr b="1">
                <a:solidFill>
                  <a:schemeClr val="tx1"/>
                </a:solidFill>
              </a:defRPr>
            </a:lvl1pPr>
          </a:lstStyle>
          <a:p>
            <a:fld id="{EAE65894-ECC6-4703-B8A2-72576557CE97}" type="slidenum">
              <a:rPr lang="zh-CN" altLang="en-US" smtClean="0">
                <a:solidFill>
                  <a:srgbClr val="000000"/>
                </a:solidFill>
              </a:rPr>
              <a:pPr/>
              <a:t>‹#›</a:t>
            </a:fld>
            <a:endParaRPr lang="zh-CN" altLang="en-US" dirty="0">
              <a:solidFill>
                <a:srgbClr val="000000"/>
              </a:solidFill>
            </a:endParaRPr>
          </a:p>
        </p:txBody>
      </p:sp>
    </p:spTree>
    <p:extLst>
      <p:ext uri="{BB962C8B-B14F-4D97-AF65-F5344CB8AC3E}">
        <p14:creationId xmlns:p14="http://schemas.microsoft.com/office/powerpoint/2010/main" val="355540928"/>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EAE65894-ECC6-4703-B8A2-72576557CE97}"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1106664738"/>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pPr fontAlgn="base">
              <a:spcBef>
                <a:spcPct val="0"/>
              </a:spcBef>
              <a:spcAft>
                <a:spcPct val="0"/>
              </a:spcAft>
              <a:defRPr/>
            </a:pPr>
            <a:fld id="{FC0799CC-4AD9-4171-82AA-1C1135932DFC}" type="datetime1">
              <a:rPr lang="zh-CN" altLang="en-US">
                <a:solidFill>
                  <a:srgbClr val="000000"/>
                </a:solidFill>
                <a:ea typeface="宋体" panose="02010600030101010101" pitchFamily="2" charset="-122"/>
              </a:rPr>
              <a:pPr fontAlgn="base">
                <a:spcBef>
                  <a:spcPct val="0"/>
                </a:spcBef>
                <a:spcAft>
                  <a:spcPct val="0"/>
                </a:spcAft>
                <a:defRPr/>
              </a:pPr>
              <a:t>2020/9/23</a:t>
            </a:fld>
            <a:endParaRPr lang="zh-CN" altLang="en-US">
              <a:solidFill>
                <a:srgbClr val="000000"/>
              </a:solidFill>
              <a:ea typeface="宋体" panose="02010600030101010101" pitchFamily="2" charset="-122"/>
            </a:endParaRPr>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defRPr/>
            </a:lvl1pPr>
          </a:lstStyle>
          <a:p>
            <a:pPr fontAlgn="base">
              <a:spcBef>
                <a:spcPct val="0"/>
              </a:spcBef>
              <a:spcAft>
                <a:spcPct val="0"/>
              </a:spcAft>
              <a:defRPr/>
            </a:pPr>
            <a:endParaRPr lang="zh-CN" altLang="en-US">
              <a:solidFill>
                <a:srgbClr val="000000"/>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pPr>
              <a:defRPr/>
            </a:pPr>
            <a:fld id="{E38A6178-6770-48C0-900D-3E7B1AE73533}" type="slidenum">
              <a:rPr lang="zh-CN" altLang="en-US">
                <a:solidFill>
                  <a:srgbClr val="000000">
                    <a:tint val="75000"/>
                  </a:srgbClr>
                </a:solidFill>
              </a:rPr>
              <a:pPr>
                <a:defRPr/>
              </a:pPr>
              <a:t>‹#›</a:t>
            </a:fld>
            <a:r>
              <a:rPr lang="en-US" altLang="zh-CN" dirty="0">
                <a:solidFill>
                  <a:srgbClr val="000000">
                    <a:tint val="75000"/>
                  </a:srgbClr>
                </a:solidFill>
              </a:rPr>
              <a:t>/17</a:t>
            </a:r>
            <a:endParaRPr lang="zh-CN" altLang="en-US" dirty="0">
              <a:solidFill>
                <a:srgbClr val="000000">
                  <a:tint val="75000"/>
                </a:srgbClr>
              </a:solidFill>
            </a:endParaRPr>
          </a:p>
        </p:txBody>
      </p:sp>
    </p:spTree>
    <p:extLst>
      <p:ext uri="{BB962C8B-B14F-4D97-AF65-F5344CB8AC3E}">
        <p14:creationId xmlns:p14="http://schemas.microsoft.com/office/powerpoint/2010/main" val="1706435416"/>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3"/>
          <p:cNvGrpSpPr>
            <a:grpSpLocks/>
          </p:cNvGrpSpPr>
          <p:nvPr userDrawn="1"/>
        </p:nvGrpSpPr>
        <p:grpSpPr bwMode="auto">
          <a:xfrm>
            <a:off x="0" y="0"/>
            <a:ext cx="9144000" cy="6859588"/>
            <a:chOff x="0" y="-1"/>
            <a:chExt cx="5769" cy="4321"/>
          </a:xfrm>
        </p:grpSpPr>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5769" cy="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5"/>
            <p:cNvGrpSpPr>
              <a:grpSpLocks/>
            </p:cNvGrpSpPr>
            <p:nvPr/>
          </p:nvGrpSpPr>
          <p:grpSpPr bwMode="auto">
            <a:xfrm>
              <a:off x="0" y="3339"/>
              <a:ext cx="5769" cy="981"/>
              <a:chOff x="0" y="3339"/>
              <a:chExt cx="5769" cy="981"/>
            </a:xfrm>
          </p:grpSpPr>
          <p:pic>
            <p:nvPicPr>
              <p:cNvPr id="7" name="Picture 16" descr="left-yu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39"/>
                <a:ext cx="5760"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descr="le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 y="3339"/>
                <a:ext cx="1066" cy="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8" descr="prodleft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 y="3339"/>
                <a:ext cx="1224" cy="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0168" name="Rectangle 8"/>
          <p:cNvSpPr>
            <a:spLocks noGrp="1" noChangeArrowheads="1"/>
          </p:cNvSpPr>
          <p:nvPr>
            <p:ph type="ctrTitle"/>
          </p:nvPr>
        </p:nvSpPr>
        <p:spPr>
          <a:xfrm>
            <a:off x="685800" y="2174875"/>
            <a:ext cx="7772400" cy="1470025"/>
          </a:xfrm>
        </p:spPr>
        <p:txBody>
          <a:bodyPr/>
          <a:lstStyle>
            <a:lvl1pPr>
              <a:defRPr sz="4800"/>
            </a:lvl1pPr>
          </a:lstStyle>
          <a:p>
            <a:pPr lvl="0"/>
            <a:r>
              <a:rPr lang="zh-CN" altLang="en-US" noProof="0" dirty="0"/>
              <a:t>单击此处编辑母版标题样式</a:t>
            </a:r>
          </a:p>
        </p:txBody>
      </p:sp>
      <p:sp>
        <p:nvSpPr>
          <p:cNvPr id="220169" name="Rectangle 9"/>
          <p:cNvSpPr>
            <a:spLocks noGrp="1" noChangeArrowheads="1"/>
          </p:cNvSpPr>
          <p:nvPr>
            <p:ph type="subTitle" idx="1"/>
          </p:nvPr>
        </p:nvSpPr>
        <p:spPr>
          <a:xfrm>
            <a:off x="1371600" y="3981450"/>
            <a:ext cx="6400800" cy="1752600"/>
          </a:xfrm>
        </p:spPr>
        <p:txBody>
          <a:bodyPr/>
          <a:lstStyle>
            <a:lvl1pPr marL="0" indent="0" algn="ctr">
              <a:buFontTx/>
              <a:buNone/>
              <a:defRPr/>
            </a:lvl1pPr>
          </a:lstStyle>
          <a:p>
            <a:pPr lvl="0"/>
            <a:r>
              <a:rPr lang="zh-CN" altLang="en-US" noProof="0"/>
              <a:t>单击此处编辑母版副标题样式</a:t>
            </a:r>
          </a:p>
        </p:txBody>
      </p:sp>
      <p:sp>
        <p:nvSpPr>
          <p:cNvPr id="10" name="Rectangle 10"/>
          <p:cNvSpPr>
            <a:spLocks noGrp="1" noChangeArrowheads="1"/>
          </p:cNvSpPr>
          <p:nvPr>
            <p:ph type="dt" sz="half" idx="10"/>
          </p:nvPr>
        </p:nvSpPr>
        <p:spPr>
          <a:xfrm>
            <a:off x="457200" y="6245225"/>
            <a:ext cx="2133600" cy="476250"/>
          </a:xfrm>
        </p:spPr>
        <p:txBody>
          <a:bodyPr/>
          <a:lstStyle>
            <a:lvl1pPr>
              <a:defRPr/>
            </a:lvl1pPr>
          </a:lstStyle>
          <a:p>
            <a:pPr>
              <a:defRPr/>
            </a:pPr>
            <a:fld id="{ACB6DC2D-3124-4864-8F17-51D91A00BC4B}" type="datetime1">
              <a:rPr lang="zh-CN" altLang="en-US" smtClean="0">
                <a:solidFill>
                  <a:srgbClr val="000000"/>
                </a:solidFill>
              </a:rPr>
              <a:pPr>
                <a:defRPr/>
              </a:pPr>
              <a:t>2020/9/23</a:t>
            </a:fld>
            <a:endParaRPr lang="en-US" altLang="zh-CN" dirty="0">
              <a:solidFill>
                <a:srgbClr val="000000"/>
              </a:solidFill>
            </a:endParaRPr>
          </a:p>
        </p:txBody>
      </p:sp>
      <p:sp>
        <p:nvSpPr>
          <p:cNvPr id="11" name="Rectangle 11"/>
          <p:cNvSpPr>
            <a:spLocks noGrp="1" noChangeArrowheads="1"/>
          </p:cNvSpPr>
          <p:nvPr>
            <p:ph type="ftr" sz="quarter" idx="11"/>
          </p:nvPr>
        </p:nvSpPr>
        <p:spPr bwMode="auto">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lgn="ctr" eaLnBrk="1" hangingPunct="1">
              <a:defRPr sz="1400" b="0">
                <a:latin typeface="Arial" pitchFamily="34" charset="0"/>
                <a:ea typeface="宋体" pitchFamily="2" charset="-122"/>
              </a:defRPr>
            </a:lvl1pPr>
          </a:lstStyle>
          <a:p>
            <a:pPr>
              <a:defRPr/>
            </a:pPr>
            <a:endParaRPr lang="en-US" altLang="zh-CN" dirty="0">
              <a:solidFill>
                <a:srgbClr val="000000"/>
              </a:solidFill>
            </a:endParaRPr>
          </a:p>
        </p:txBody>
      </p:sp>
      <p:sp>
        <p:nvSpPr>
          <p:cNvPr id="12" name="Rectangle 12"/>
          <p:cNvSpPr>
            <a:spLocks noGrp="1" noChangeArrowheads="1"/>
          </p:cNvSpPr>
          <p:nvPr>
            <p:ph type="sldNum" sz="quarter" idx="12"/>
          </p:nvPr>
        </p:nvSpPr>
        <p:spPr/>
        <p:txBody>
          <a:bodyPr/>
          <a:lstStyle>
            <a:lvl1pPr>
              <a:defRPr smtClean="0"/>
            </a:lvl1pPr>
          </a:lstStyle>
          <a:p>
            <a:pPr>
              <a:defRPr/>
            </a:pPr>
            <a:fld id="{8D607B1F-B62A-4789-A7BC-18AC13A9B60D}"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039247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9A6CF70D-C721-4DB7-B098-A022CC4658FC}" type="datetime1">
              <a:rPr lang="zh-CN" altLang="en-US" smtClean="0">
                <a:solidFill>
                  <a:srgbClr val="000000"/>
                </a:solidFill>
              </a:rPr>
              <a:pPr>
                <a:defRPr/>
              </a:pPr>
              <a:t>2020/9/23</a:t>
            </a:fld>
            <a:endParaRPr lang="en-US" altLang="zh-CN" dirty="0">
              <a:solidFill>
                <a:srgbClr val="000000"/>
              </a:solidFill>
            </a:endParaRPr>
          </a:p>
        </p:txBody>
      </p:sp>
      <p:sp>
        <p:nvSpPr>
          <p:cNvPr id="5" name="Rectangle 12"/>
          <p:cNvSpPr>
            <a:spLocks noGrp="1" noChangeArrowheads="1"/>
          </p:cNvSpPr>
          <p:nvPr>
            <p:ph type="sldNum" sz="quarter" idx="11"/>
          </p:nvPr>
        </p:nvSpPr>
        <p:spPr>
          <a:ln/>
        </p:spPr>
        <p:txBody>
          <a:bodyPr/>
          <a:lstStyle>
            <a:lvl1pPr>
              <a:defRPr/>
            </a:lvl1pPr>
          </a:lstStyle>
          <a:p>
            <a:pPr>
              <a:defRPr/>
            </a:pPr>
            <a:fld id="{69F475A7-751F-46E9-9CBB-6E29EA33C016}"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2303745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fld id="{BED13D9E-A619-4C9B-8F62-AEBD7F916254}" type="datetime1">
              <a:rPr lang="zh-CN" altLang="en-US" smtClean="0">
                <a:solidFill>
                  <a:srgbClr val="000000"/>
                </a:solidFill>
              </a:rPr>
              <a:pPr>
                <a:defRPr/>
              </a:pPr>
              <a:t>2020/9/23</a:t>
            </a:fld>
            <a:endParaRPr lang="en-US" altLang="zh-CN" dirty="0">
              <a:solidFill>
                <a:srgbClr val="000000"/>
              </a:solidFill>
            </a:endParaRPr>
          </a:p>
        </p:txBody>
      </p:sp>
      <p:sp>
        <p:nvSpPr>
          <p:cNvPr id="5" name="Rectangle 12"/>
          <p:cNvSpPr>
            <a:spLocks noGrp="1" noChangeArrowheads="1"/>
          </p:cNvSpPr>
          <p:nvPr>
            <p:ph type="sldNum" sz="quarter" idx="11"/>
          </p:nvPr>
        </p:nvSpPr>
        <p:spPr>
          <a:ln/>
        </p:spPr>
        <p:txBody>
          <a:bodyPr/>
          <a:lstStyle>
            <a:lvl1pPr>
              <a:defRPr/>
            </a:lvl1pPr>
          </a:lstStyle>
          <a:p>
            <a:pPr>
              <a:defRPr/>
            </a:pPr>
            <a:fld id="{5A0A3F50-DA56-4AB6-8783-B282435CEE3F}"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4983379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C085971F-171C-4E9F-A984-C36F512E24E4}" type="datetime1">
              <a:rPr lang="zh-CN" altLang="en-US" smtClean="0">
                <a:solidFill>
                  <a:srgbClr val="000000"/>
                </a:solidFill>
              </a:rPr>
              <a:pPr>
                <a:defRPr/>
              </a:pPr>
              <a:t>2020/9/23</a:t>
            </a:fld>
            <a:endParaRPr lang="en-US" altLang="zh-CN" dirty="0">
              <a:solidFill>
                <a:srgbClr val="000000"/>
              </a:solidFill>
            </a:endParaRPr>
          </a:p>
        </p:txBody>
      </p:sp>
      <p:sp>
        <p:nvSpPr>
          <p:cNvPr id="6" name="Rectangle 12"/>
          <p:cNvSpPr>
            <a:spLocks noGrp="1" noChangeArrowheads="1"/>
          </p:cNvSpPr>
          <p:nvPr>
            <p:ph type="sldNum" sz="quarter" idx="11"/>
          </p:nvPr>
        </p:nvSpPr>
        <p:spPr>
          <a:ln/>
        </p:spPr>
        <p:txBody>
          <a:bodyPr/>
          <a:lstStyle>
            <a:lvl1pPr>
              <a:defRPr/>
            </a:lvl1pPr>
          </a:lstStyle>
          <a:p>
            <a:pPr>
              <a:defRPr/>
            </a:pPr>
            <a:fld id="{80A3C619-A168-402B-A948-253ABE52BC4C}"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351401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fld id="{ADE1A218-2CD8-4A25-A453-07FFA7CCDFA1}" type="datetime1">
              <a:rPr lang="zh-CN" altLang="en-US" smtClean="0">
                <a:solidFill>
                  <a:srgbClr val="000000"/>
                </a:solidFill>
              </a:rPr>
              <a:pPr>
                <a:defRPr/>
              </a:pPr>
              <a:t>2020/9/23</a:t>
            </a:fld>
            <a:endParaRPr lang="en-US" altLang="zh-CN" dirty="0">
              <a:solidFill>
                <a:srgbClr val="000000"/>
              </a:solidFill>
            </a:endParaRPr>
          </a:p>
        </p:txBody>
      </p:sp>
      <p:sp>
        <p:nvSpPr>
          <p:cNvPr id="8" name="Rectangle 12"/>
          <p:cNvSpPr>
            <a:spLocks noGrp="1" noChangeArrowheads="1"/>
          </p:cNvSpPr>
          <p:nvPr>
            <p:ph type="sldNum" sz="quarter" idx="11"/>
          </p:nvPr>
        </p:nvSpPr>
        <p:spPr>
          <a:ln/>
        </p:spPr>
        <p:txBody>
          <a:bodyPr/>
          <a:lstStyle>
            <a:lvl1pPr>
              <a:defRPr/>
            </a:lvl1pPr>
          </a:lstStyle>
          <a:p>
            <a:pPr>
              <a:defRPr/>
            </a:pPr>
            <a:fld id="{8FB9FDE7-BABD-4E63-87D1-39DA3F79563E}"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634363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fld id="{D338C859-31B5-45FA-8D19-03FEA484C3DF}" type="datetime1">
              <a:rPr lang="zh-CN" altLang="en-US" smtClean="0">
                <a:solidFill>
                  <a:srgbClr val="000000"/>
                </a:solidFill>
              </a:rPr>
              <a:pPr>
                <a:defRPr/>
              </a:pPr>
              <a:t>2020/9/23</a:t>
            </a:fld>
            <a:endParaRPr lang="en-US" altLang="zh-CN" dirty="0">
              <a:solidFill>
                <a:srgbClr val="000000"/>
              </a:solidFill>
            </a:endParaRPr>
          </a:p>
        </p:txBody>
      </p:sp>
      <p:sp>
        <p:nvSpPr>
          <p:cNvPr id="4" name="Rectangle 12"/>
          <p:cNvSpPr>
            <a:spLocks noGrp="1" noChangeArrowheads="1"/>
          </p:cNvSpPr>
          <p:nvPr>
            <p:ph type="sldNum" sz="quarter" idx="11"/>
          </p:nvPr>
        </p:nvSpPr>
        <p:spPr>
          <a:ln/>
        </p:spPr>
        <p:txBody>
          <a:bodyPr/>
          <a:lstStyle>
            <a:lvl1pPr>
              <a:defRPr/>
            </a:lvl1pPr>
          </a:lstStyle>
          <a:p>
            <a:pPr>
              <a:defRPr/>
            </a:pPr>
            <a:fld id="{9357100E-3847-4A5E-AB2E-6CAE99AA3428}"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602979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fld id="{28FBA2E0-E0AF-4C47-A0D0-90879D3BE8E7}" type="datetime1">
              <a:rPr lang="zh-CN" altLang="en-US" smtClean="0">
                <a:solidFill>
                  <a:srgbClr val="000000"/>
                </a:solidFill>
              </a:rPr>
              <a:pPr>
                <a:defRPr/>
              </a:pPr>
              <a:t>2020/9/23</a:t>
            </a:fld>
            <a:endParaRPr lang="en-US" altLang="zh-CN" dirty="0">
              <a:solidFill>
                <a:srgbClr val="000000"/>
              </a:solidFill>
            </a:endParaRPr>
          </a:p>
        </p:txBody>
      </p:sp>
      <p:sp>
        <p:nvSpPr>
          <p:cNvPr id="3" name="Rectangle 12"/>
          <p:cNvSpPr>
            <a:spLocks noGrp="1" noChangeArrowheads="1"/>
          </p:cNvSpPr>
          <p:nvPr>
            <p:ph type="sldNum" sz="quarter" idx="11"/>
          </p:nvPr>
        </p:nvSpPr>
        <p:spPr>
          <a:ln/>
        </p:spPr>
        <p:txBody>
          <a:bodyPr/>
          <a:lstStyle>
            <a:lvl1pPr>
              <a:defRPr/>
            </a:lvl1pPr>
          </a:lstStyle>
          <a:p>
            <a:pPr>
              <a:defRPr/>
            </a:pPr>
            <a:fld id="{27F47753-A62D-4ACE-ADD9-B7CC00B9D819}"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83158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CB47210-C9CD-43A5-8C89-EFA56D9AC15F}" type="datetime1">
              <a:rPr lang="zh-CN" altLang="en-US" smtClean="0">
                <a:solidFill>
                  <a:srgbClr val="000000"/>
                </a:solidFill>
              </a:rPr>
              <a:pPr>
                <a:defRPr/>
              </a:pPr>
              <a:t>2020/9/23</a:t>
            </a:fld>
            <a:endParaRPr lang="en-US" altLang="zh-CN" dirty="0">
              <a:solidFill>
                <a:srgbClr val="000000"/>
              </a:solidFill>
            </a:endParaRPr>
          </a:p>
        </p:txBody>
      </p:sp>
      <p:sp>
        <p:nvSpPr>
          <p:cNvPr id="6" name="Rectangle 12"/>
          <p:cNvSpPr>
            <a:spLocks noGrp="1" noChangeArrowheads="1"/>
          </p:cNvSpPr>
          <p:nvPr>
            <p:ph type="sldNum" sz="quarter" idx="11"/>
          </p:nvPr>
        </p:nvSpPr>
        <p:spPr>
          <a:ln/>
        </p:spPr>
        <p:txBody>
          <a:bodyPr/>
          <a:lstStyle>
            <a:lvl1pPr>
              <a:defRPr/>
            </a:lvl1pPr>
          </a:lstStyle>
          <a:p>
            <a:pPr>
              <a:defRPr/>
            </a:pPr>
            <a:fld id="{DF6B281A-C893-4F77-9E29-516DD5105381}"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759767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fld id="{7D74D966-BEAD-4801-9336-D07355765EFC}" type="datetime1">
              <a:rPr lang="zh-CN" altLang="en-US" smtClean="0">
                <a:solidFill>
                  <a:srgbClr val="000000"/>
                </a:solidFill>
              </a:rPr>
              <a:pPr>
                <a:defRPr/>
              </a:pPr>
              <a:t>2020/9/23</a:t>
            </a:fld>
            <a:endParaRPr lang="en-US" altLang="zh-CN" dirty="0">
              <a:solidFill>
                <a:srgbClr val="000000"/>
              </a:solidFill>
            </a:endParaRPr>
          </a:p>
        </p:txBody>
      </p:sp>
      <p:sp>
        <p:nvSpPr>
          <p:cNvPr id="6" name="Rectangle 12"/>
          <p:cNvSpPr>
            <a:spLocks noGrp="1" noChangeArrowheads="1"/>
          </p:cNvSpPr>
          <p:nvPr>
            <p:ph type="sldNum" sz="quarter" idx="11"/>
          </p:nvPr>
        </p:nvSpPr>
        <p:spPr>
          <a:ln/>
        </p:spPr>
        <p:txBody>
          <a:bodyPr/>
          <a:lstStyle>
            <a:lvl1pPr>
              <a:defRPr/>
            </a:lvl1pPr>
          </a:lstStyle>
          <a:p>
            <a:pPr>
              <a:defRPr/>
            </a:pPr>
            <a:fld id="{A54614E8-61C8-49B3-B65B-3A8C85E20D1C}"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8194107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DBA9DD5B-5C26-4B8A-B18D-30A4E90FABEE}" type="datetime1">
              <a:rPr lang="zh-CN" altLang="en-US" smtClean="0">
                <a:solidFill>
                  <a:srgbClr val="000000"/>
                </a:solidFill>
              </a:rPr>
              <a:pPr>
                <a:defRPr/>
              </a:pPr>
              <a:t>2020/9/23</a:t>
            </a:fld>
            <a:endParaRPr lang="en-US" altLang="zh-CN" dirty="0">
              <a:solidFill>
                <a:srgbClr val="000000"/>
              </a:solidFill>
            </a:endParaRPr>
          </a:p>
        </p:txBody>
      </p:sp>
      <p:sp>
        <p:nvSpPr>
          <p:cNvPr id="5" name="Rectangle 12"/>
          <p:cNvSpPr>
            <a:spLocks noGrp="1" noChangeArrowheads="1"/>
          </p:cNvSpPr>
          <p:nvPr>
            <p:ph type="sldNum" sz="quarter" idx="11"/>
          </p:nvPr>
        </p:nvSpPr>
        <p:spPr>
          <a:ln/>
        </p:spPr>
        <p:txBody>
          <a:bodyPr/>
          <a:lstStyle>
            <a:lvl1pPr>
              <a:defRPr/>
            </a:lvl1pPr>
          </a:lstStyle>
          <a:p>
            <a:pPr>
              <a:defRPr/>
            </a:pPr>
            <a:fld id="{B8040349-A6EE-438D-8715-EAD358F6BE13}"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7506457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88913"/>
            <a:ext cx="2057400" cy="59372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019800" cy="59372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fld id="{00F2A80B-132C-447F-90FA-01253F3934C4}" type="datetime1">
              <a:rPr lang="zh-CN" altLang="en-US" smtClean="0">
                <a:solidFill>
                  <a:srgbClr val="000000"/>
                </a:solidFill>
              </a:rPr>
              <a:pPr>
                <a:defRPr/>
              </a:pPr>
              <a:t>2020/9/23</a:t>
            </a:fld>
            <a:endParaRPr lang="en-US" altLang="zh-CN" dirty="0">
              <a:solidFill>
                <a:srgbClr val="000000"/>
              </a:solidFill>
            </a:endParaRPr>
          </a:p>
        </p:txBody>
      </p:sp>
      <p:sp>
        <p:nvSpPr>
          <p:cNvPr id="5" name="Rectangle 12"/>
          <p:cNvSpPr>
            <a:spLocks noGrp="1" noChangeArrowheads="1"/>
          </p:cNvSpPr>
          <p:nvPr>
            <p:ph type="sldNum" sz="quarter" idx="11"/>
          </p:nvPr>
        </p:nvSpPr>
        <p:spPr>
          <a:ln/>
        </p:spPr>
        <p:txBody>
          <a:bodyPr/>
          <a:lstStyle>
            <a:lvl1pPr>
              <a:defRPr/>
            </a:lvl1pPr>
          </a:lstStyle>
          <a:p>
            <a:pPr>
              <a:defRPr/>
            </a:pPr>
            <a:fld id="{45AD044C-D80E-4664-A256-A7B854071A49}"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8581355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fld id="{DBB9FB99-15BB-499B-AD47-D71D12C0F0E2}" type="datetime1">
              <a:rPr lang="zh-CN" altLang="en-US" smtClean="0">
                <a:solidFill>
                  <a:srgbClr val="000000"/>
                </a:solidFill>
              </a:rPr>
              <a:pPr>
                <a:defRPr/>
              </a:pPr>
              <a:t>2020/9/23</a:t>
            </a:fld>
            <a:endParaRPr lang="en-US" altLang="zh-CN" dirty="0">
              <a:solidFill>
                <a:srgbClr val="000000"/>
              </a:solidFill>
            </a:endParaRPr>
          </a:p>
        </p:txBody>
      </p:sp>
      <p:sp>
        <p:nvSpPr>
          <p:cNvPr id="6" name="Rectangle 12"/>
          <p:cNvSpPr>
            <a:spLocks noGrp="1" noChangeArrowheads="1"/>
          </p:cNvSpPr>
          <p:nvPr>
            <p:ph type="sldNum" sz="quarter" idx="11"/>
          </p:nvPr>
        </p:nvSpPr>
        <p:spPr>
          <a:ln/>
        </p:spPr>
        <p:txBody>
          <a:bodyPr/>
          <a:lstStyle>
            <a:lvl1pPr>
              <a:defRPr/>
            </a:lvl1pPr>
          </a:lstStyle>
          <a:p>
            <a:pPr>
              <a:defRPr/>
            </a:pPr>
            <a:fld id="{8D0779A6-C410-4EDC-971F-00DF59C1D36E}"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5396150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表格占位符 2"/>
          <p:cNvSpPr>
            <a:spLocks noGrp="1"/>
          </p:cNvSpPr>
          <p:nvPr>
            <p:ph type="tbl" idx="1"/>
          </p:nvPr>
        </p:nvSpPr>
        <p:spPr>
          <a:xfrm>
            <a:off x="457200" y="1196975"/>
            <a:ext cx="8229600" cy="4929188"/>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fld id="{812FCB9F-B1CF-4927-B636-405165E23FC4}" type="datetime1">
              <a:rPr lang="zh-CN" altLang="en-US" smtClean="0">
                <a:solidFill>
                  <a:srgbClr val="000000"/>
                </a:solidFill>
              </a:rPr>
              <a:pPr>
                <a:defRPr/>
              </a:pPr>
              <a:t>2020/9/23</a:t>
            </a:fld>
            <a:endParaRPr lang="en-US" altLang="zh-CN" dirty="0">
              <a:solidFill>
                <a:srgbClr val="000000"/>
              </a:solidFill>
            </a:endParaRPr>
          </a:p>
        </p:txBody>
      </p:sp>
      <p:sp>
        <p:nvSpPr>
          <p:cNvPr id="5" name="Rectangle 12"/>
          <p:cNvSpPr>
            <a:spLocks noGrp="1" noChangeArrowheads="1"/>
          </p:cNvSpPr>
          <p:nvPr>
            <p:ph type="sldNum" sz="quarter" idx="11"/>
          </p:nvPr>
        </p:nvSpPr>
        <p:spPr>
          <a:ln/>
        </p:spPr>
        <p:txBody>
          <a:bodyPr/>
          <a:lstStyle>
            <a:lvl1pPr>
              <a:defRPr/>
            </a:lvl1pPr>
          </a:lstStyle>
          <a:p>
            <a:pPr>
              <a:defRPr/>
            </a:pPr>
            <a:fld id="{0ABEF88C-482C-41F1-9768-1D35DB7DA5C6}" type="slidenum">
              <a:rPr lang="en-US" altLang="zh-CN">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8999634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6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6367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13"/>
          <p:cNvGrpSpPr>
            <a:grpSpLocks/>
          </p:cNvGrpSpPr>
          <p:nvPr userDrawn="1"/>
        </p:nvGrpSpPr>
        <p:grpSpPr bwMode="auto">
          <a:xfrm>
            <a:off x="0" y="-1588"/>
            <a:ext cx="9158288" cy="6859588"/>
            <a:chOff x="0" y="-1"/>
            <a:chExt cx="5769" cy="4321"/>
          </a:xfrm>
        </p:grpSpPr>
        <p:pic>
          <p:nvPicPr>
            <p:cNvPr id="5" name="Picture 14"/>
            <p:cNvPicPr>
              <a:picLocks noChangeAspect="1" noChangeArrowheads="1"/>
            </p:cNvPicPr>
            <p:nvPr/>
          </p:nvPicPr>
          <p:blipFill>
            <a:blip r:embed="rId2" cstate="print"/>
            <a:srcRect/>
            <a:stretch>
              <a:fillRect/>
            </a:stretch>
          </p:blipFill>
          <p:spPr bwMode="auto">
            <a:xfrm>
              <a:off x="0" y="-1"/>
              <a:ext cx="5761" cy="4321"/>
            </a:xfrm>
            <a:prstGeom prst="rect">
              <a:avLst/>
            </a:prstGeom>
            <a:noFill/>
            <a:ln w="9525">
              <a:noFill/>
              <a:miter lim="800000"/>
              <a:headEnd/>
              <a:tailEnd/>
            </a:ln>
          </p:spPr>
        </p:pic>
        <p:grpSp>
          <p:nvGrpSpPr>
            <p:cNvPr id="3" name="Group 15"/>
            <p:cNvGrpSpPr>
              <a:grpSpLocks/>
            </p:cNvGrpSpPr>
            <p:nvPr/>
          </p:nvGrpSpPr>
          <p:grpSpPr bwMode="auto">
            <a:xfrm>
              <a:off x="0" y="3339"/>
              <a:ext cx="5769" cy="981"/>
              <a:chOff x="0" y="3339"/>
              <a:chExt cx="5769" cy="981"/>
            </a:xfrm>
          </p:grpSpPr>
          <p:pic>
            <p:nvPicPr>
              <p:cNvPr id="7" name="Picture 16" descr="left-yun"/>
              <p:cNvPicPr>
                <a:picLocks noChangeAspect="1" noChangeArrowheads="1"/>
              </p:cNvPicPr>
              <p:nvPr/>
            </p:nvPicPr>
            <p:blipFill>
              <a:blip r:embed="rId3" cstate="print"/>
              <a:srcRect/>
              <a:stretch>
                <a:fillRect/>
              </a:stretch>
            </p:blipFill>
            <p:spPr bwMode="auto">
              <a:xfrm>
                <a:off x="0" y="3339"/>
                <a:ext cx="5760" cy="981"/>
              </a:xfrm>
              <a:prstGeom prst="rect">
                <a:avLst/>
              </a:prstGeom>
              <a:noFill/>
              <a:ln w="9525">
                <a:noFill/>
                <a:miter lim="800000"/>
                <a:headEnd/>
                <a:tailEnd/>
              </a:ln>
            </p:spPr>
          </p:pic>
          <p:pic>
            <p:nvPicPr>
              <p:cNvPr id="8" name="Picture 17" descr="left"/>
              <p:cNvPicPr>
                <a:picLocks noChangeAspect="1" noChangeArrowheads="1"/>
              </p:cNvPicPr>
              <p:nvPr/>
            </p:nvPicPr>
            <p:blipFill>
              <a:blip r:embed="rId4" cstate="print"/>
              <a:srcRect/>
              <a:stretch>
                <a:fillRect/>
              </a:stretch>
            </p:blipFill>
            <p:spPr bwMode="auto">
              <a:xfrm>
                <a:off x="4703" y="3339"/>
                <a:ext cx="1066" cy="963"/>
              </a:xfrm>
              <a:prstGeom prst="rect">
                <a:avLst/>
              </a:prstGeom>
              <a:noFill/>
              <a:ln w="9525">
                <a:noFill/>
                <a:miter lim="800000"/>
                <a:headEnd/>
                <a:tailEnd/>
              </a:ln>
            </p:spPr>
          </p:pic>
          <p:pic>
            <p:nvPicPr>
              <p:cNvPr id="9" name="Picture 18" descr="prodleft4"/>
              <p:cNvPicPr>
                <a:picLocks noChangeAspect="1" noChangeArrowheads="1"/>
              </p:cNvPicPr>
              <p:nvPr/>
            </p:nvPicPr>
            <p:blipFill>
              <a:blip r:embed="rId5" cstate="print"/>
              <a:srcRect/>
              <a:stretch>
                <a:fillRect/>
              </a:stretch>
            </p:blipFill>
            <p:spPr bwMode="auto">
              <a:xfrm>
                <a:off x="5" y="3339"/>
                <a:ext cx="1224" cy="981"/>
              </a:xfrm>
              <a:prstGeom prst="rect">
                <a:avLst/>
              </a:prstGeom>
              <a:noFill/>
              <a:ln w="9525">
                <a:noFill/>
                <a:miter lim="800000"/>
                <a:headEnd/>
                <a:tailEnd/>
              </a:ln>
            </p:spPr>
          </p:pic>
        </p:grpSp>
      </p:grpSp>
      <p:sp>
        <p:nvSpPr>
          <p:cNvPr id="220168" name="Rectangle 8"/>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220169" name="Rectangle 9"/>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10" name="Rectangle 10"/>
          <p:cNvSpPr>
            <a:spLocks noGrp="1" noChangeArrowheads="1"/>
          </p:cNvSpPr>
          <p:nvPr>
            <p:ph type="dt" sz="half" idx="10"/>
          </p:nvPr>
        </p:nvSpPr>
        <p:spPr>
          <a:xfrm>
            <a:off x="457200" y="6245225"/>
            <a:ext cx="2133600" cy="476250"/>
          </a:xfrm>
        </p:spPr>
        <p:txBody>
          <a:bodyPr/>
          <a:lstStyle>
            <a:lvl1pPr>
              <a:defRPr/>
            </a:lvl1pPr>
          </a:lstStyle>
          <a:p>
            <a:pPr>
              <a:defRPr/>
            </a:pPr>
            <a:endParaRPr lang="en-US" altLang="zh-CN"/>
          </a:p>
        </p:txBody>
      </p:sp>
      <p:sp>
        <p:nvSpPr>
          <p:cNvPr id="11" name="Rectangle 11"/>
          <p:cNvSpPr>
            <a:spLocks noGrp="1" noChangeArrowheads="1"/>
          </p:cNvSpPr>
          <p:nvPr>
            <p:ph type="ftr" sz="quarter" idx="11"/>
          </p:nvPr>
        </p:nvSpPr>
        <p:spPr bwMode="auto">
          <a:xfrm>
            <a:off x="3124200" y="6245225"/>
            <a:ext cx="2895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fontAlgn="auto">
              <a:spcBef>
                <a:spcPts val="0"/>
              </a:spcBef>
              <a:spcAft>
                <a:spcPts val="0"/>
              </a:spcAft>
              <a:defRPr sz="1400" b="0">
                <a:solidFill>
                  <a:srgbClr val="000000"/>
                </a:solidFill>
                <a:latin typeface="+mn-lt"/>
                <a:ea typeface="宋体" pitchFamily="2" charset="-122"/>
              </a:defRPr>
            </a:lvl1pPr>
          </a:lstStyle>
          <a:p>
            <a:pPr>
              <a:defRPr/>
            </a:pPr>
            <a:endParaRPr lang="en-US" altLang="zh-CN"/>
          </a:p>
        </p:txBody>
      </p:sp>
      <p:sp>
        <p:nvSpPr>
          <p:cNvPr id="12" name="Rectangle 12"/>
          <p:cNvSpPr>
            <a:spLocks noGrp="1" noChangeArrowheads="1"/>
          </p:cNvSpPr>
          <p:nvPr>
            <p:ph type="sldNum" sz="quarter" idx="12"/>
          </p:nvPr>
        </p:nvSpPr>
        <p:spPr/>
        <p:txBody>
          <a:bodyPr/>
          <a:lstStyle>
            <a:lvl1pPr>
              <a:defRPr/>
            </a:lvl1pPr>
          </a:lstStyle>
          <a:p>
            <a:pPr>
              <a:defRPr/>
            </a:pPr>
            <a:fld id="{D8B7200F-CB4A-43CA-852C-1D69E67B01A3}" type="slidenum">
              <a:rPr lang="en-US" altLang="zh-CN"/>
              <a:pPr>
                <a:defRPr/>
              </a:pPr>
              <a:t>‹#›</a:t>
            </a:fld>
            <a:endParaRPr lang="en-US" altLang="zh-CN"/>
          </a:p>
        </p:txBody>
      </p:sp>
    </p:spTree>
    <p:extLst>
      <p:ext uri="{BB962C8B-B14F-4D97-AF65-F5344CB8AC3E}">
        <p14:creationId xmlns:p14="http://schemas.microsoft.com/office/powerpoint/2010/main" val="35659194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sldNum" sz="quarter" idx="11"/>
          </p:nvPr>
        </p:nvSpPr>
        <p:spPr>
          <a:ln/>
        </p:spPr>
        <p:txBody>
          <a:bodyPr/>
          <a:lstStyle>
            <a:lvl1pPr>
              <a:defRPr/>
            </a:lvl1pPr>
          </a:lstStyle>
          <a:p>
            <a:pPr>
              <a:defRPr/>
            </a:pPr>
            <a:fld id="{F70B036A-474A-4E9D-80DF-061BFA48C2B7}" type="slidenum">
              <a:rPr lang="en-US" altLang="zh-CN"/>
              <a:pPr>
                <a:defRPr/>
              </a:pPr>
              <a:t>‹#›</a:t>
            </a:fld>
            <a:endParaRPr lang="en-US" altLang="zh-CN"/>
          </a:p>
        </p:txBody>
      </p:sp>
    </p:spTree>
    <p:extLst>
      <p:ext uri="{BB962C8B-B14F-4D97-AF65-F5344CB8AC3E}">
        <p14:creationId xmlns:p14="http://schemas.microsoft.com/office/powerpoint/2010/main" val="40044989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sldNum" sz="quarter" idx="11"/>
          </p:nvPr>
        </p:nvSpPr>
        <p:spPr>
          <a:ln/>
        </p:spPr>
        <p:txBody>
          <a:bodyPr/>
          <a:lstStyle>
            <a:lvl1pPr>
              <a:defRPr/>
            </a:lvl1pPr>
          </a:lstStyle>
          <a:p>
            <a:pPr>
              <a:defRPr/>
            </a:pPr>
            <a:fld id="{654D64F6-0518-4A40-AE9C-A64C6483D456}" type="slidenum">
              <a:rPr lang="en-US" altLang="zh-CN"/>
              <a:pPr>
                <a:defRPr/>
              </a:pPr>
              <a:t>‹#›</a:t>
            </a:fld>
            <a:endParaRPr lang="en-US" altLang="zh-CN"/>
          </a:p>
        </p:txBody>
      </p:sp>
    </p:spTree>
    <p:extLst>
      <p:ext uri="{BB962C8B-B14F-4D97-AF65-F5344CB8AC3E}">
        <p14:creationId xmlns:p14="http://schemas.microsoft.com/office/powerpoint/2010/main" val="2969512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sldNum" sz="quarter" idx="11"/>
          </p:nvPr>
        </p:nvSpPr>
        <p:spPr>
          <a:ln/>
        </p:spPr>
        <p:txBody>
          <a:bodyPr/>
          <a:lstStyle>
            <a:lvl1pPr>
              <a:defRPr/>
            </a:lvl1pPr>
          </a:lstStyle>
          <a:p>
            <a:pPr>
              <a:defRPr/>
            </a:pPr>
            <a:fld id="{850DC27E-C5FE-4F6A-8408-49F8C99614E4}" type="slidenum">
              <a:rPr lang="en-US" altLang="zh-CN"/>
              <a:pPr>
                <a:defRPr/>
              </a:pPr>
              <a:t>‹#›</a:t>
            </a:fld>
            <a:endParaRPr lang="en-US" altLang="zh-CN"/>
          </a:p>
        </p:txBody>
      </p:sp>
    </p:spTree>
    <p:extLst>
      <p:ext uri="{BB962C8B-B14F-4D97-AF65-F5344CB8AC3E}">
        <p14:creationId xmlns:p14="http://schemas.microsoft.com/office/powerpoint/2010/main" val="6908478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sldNum" sz="quarter" idx="11"/>
          </p:nvPr>
        </p:nvSpPr>
        <p:spPr>
          <a:ln/>
        </p:spPr>
        <p:txBody>
          <a:bodyPr/>
          <a:lstStyle>
            <a:lvl1pPr>
              <a:defRPr/>
            </a:lvl1pPr>
          </a:lstStyle>
          <a:p>
            <a:pPr>
              <a:defRPr/>
            </a:pPr>
            <a:fld id="{48A4CC35-A025-4026-859D-FC2DD85F7E88}" type="slidenum">
              <a:rPr lang="en-US" altLang="zh-CN"/>
              <a:pPr>
                <a:defRPr/>
              </a:pPr>
              <a:t>‹#›</a:t>
            </a:fld>
            <a:endParaRPr lang="en-US" altLang="zh-CN"/>
          </a:p>
        </p:txBody>
      </p:sp>
    </p:spTree>
    <p:extLst>
      <p:ext uri="{BB962C8B-B14F-4D97-AF65-F5344CB8AC3E}">
        <p14:creationId xmlns:p14="http://schemas.microsoft.com/office/powerpoint/2010/main" val="9684069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sldNum" sz="quarter" idx="11"/>
          </p:nvPr>
        </p:nvSpPr>
        <p:spPr>
          <a:ln/>
        </p:spPr>
        <p:txBody>
          <a:bodyPr/>
          <a:lstStyle>
            <a:lvl1pPr>
              <a:defRPr/>
            </a:lvl1pPr>
          </a:lstStyle>
          <a:p>
            <a:pPr>
              <a:defRPr/>
            </a:pPr>
            <a:fld id="{471D8273-AECD-4C64-9FCC-F95E26E9CD78}" type="slidenum">
              <a:rPr lang="en-US" altLang="zh-CN"/>
              <a:pPr>
                <a:defRPr/>
              </a:pPr>
              <a:t>‹#›</a:t>
            </a:fld>
            <a:endParaRPr lang="en-US" altLang="zh-CN"/>
          </a:p>
        </p:txBody>
      </p:sp>
    </p:spTree>
    <p:extLst>
      <p:ext uri="{BB962C8B-B14F-4D97-AF65-F5344CB8AC3E}">
        <p14:creationId xmlns:p14="http://schemas.microsoft.com/office/powerpoint/2010/main" val="42105427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sldNum" sz="quarter" idx="11"/>
          </p:nvPr>
        </p:nvSpPr>
        <p:spPr>
          <a:ln/>
        </p:spPr>
        <p:txBody>
          <a:bodyPr/>
          <a:lstStyle>
            <a:lvl1pPr>
              <a:defRPr/>
            </a:lvl1pPr>
          </a:lstStyle>
          <a:p>
            <a:pPr>
              <a:defRPr/>
            </a:pPr>
            <a:fld id="{90B3BEF5-1D40-4FF1-9669-405D8B434B84}" type="slidenum">
              <a:rPr lang="en-US" altLang="zh-CN"/>
              <a:pPr>
                <a:defRPr/>
              </a:pPr>
              <a:t>‹#›</a:t>
            </a:fld>
            <a:endParaRPr lang="en-US" altLang="zh-CN"/>
          </a:p>
        </p:txBody>
      </p:sp>
    </p:spTree>
    <p:extLst>
      <p:ext uri="{BB962C8B-B14F-4D97-AF65-F5344CB8AC3E}">
        <p14:creationId xmlns:p14="http://schemas.microsoft.com/office/powerpoint/2010/main" val="144424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sldNum" sz="quarter" idx="11"/>
          </p:nvPr>
        </p:nvSpPr>
        <p:spPr>
          <a:ln/>
        </p:spPr>
        <p:txBody>
          <a:bodyPr/>
          <a:lstStyle>
            <a:lvl1pPr>
              <a:defRPr/>
            </a:lvl1pPr>
          </a:lstStyle>
          <a:p>
            <a:pPr>
              <a:defRPr/>
            </a:pPr>
            <a:fld id="{8748CE70-C912-4DE8-8931-662A4941B9FB}" type="slidenum">
              <a:rPr lang="en-US" altLang="zh-CN"/>
              <a:pPr>
                <a:defRPr/>
              </a:pPr>
              <a:t>‹#›</a:t>
            </a:fld>
            <a:endParaRPr lang="en-US" altLang="zh-CN"/>
          </a:p>
        </p:txBody>
      </p:sp>
    </p:spTree>
    <p:extLst>
      <p:ext uri="{BB962C8B-B14F-4D97-AF65-F5344CB8AC3E}">
        <p14:creationId xmlns:p14="http://schemas.microsoft.com/office/powerpoint/2010/main" val="14947440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sldNum" sz="quarter" idx="11"/>
          </p:nvPr>
        </p:nvSpPr>
        <p:spPr>
          <a:ln/>
        </p:spPr>
        <p:txBody>
          <a:bodyPr/>
          <a:lstStyle>
            <a:lvl1pPr>
              <a:defRPr/>
            </a:lvl1pPr>
          </a:lstStyle>
          <a:p>
            <a:pPr>
              <a:defRPr/>
            </a:pPr>
            <a:fld id="{0BF6CD54-01EF-4A0E-B223-B6271548462F}" type="slidenum">
              <a:rPr lang="en-US" altLang="zh-CN"/>
              <a:pPr>
                <a:defRPr/>
              </a:pPr>
              <a:t>‹#›</a:t>
            </a:fld>
            <a:endParaRPr lang="en-US" altLang="zh-CN"/>
          </a:p>
        </p:txBody>
      </p:sp>
    </p:spTree>
    <p:extLst>
      <p:ext uri="{BB962C8B-B14F-4D97-AF65-F5344CB8AC3E}">
        <p14:creationId xmlns:p14="http://schemas.microsoft.com/office/powerpoint/2010/main" val="42822802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sldNum" sz="quarter" idx="11"/>
          </p:nvPr>
        </p:nvSpPr>
        <p:spPr>
          <a:ln/>
        </p:spPr>
        <p:txBody>
          <a:bodyPr/>
          <a:lstStyle>
            <a:lvl1pPr>
              <a:defRPr/>
            </a:lvl1pPr>
          </a:lstStyle>
          <a:p>
            <a:pPr>
              <a:defRPr/>
            </a:pPr>
            <a:fld id="{23AA9753-7DD0-4E76-BA1C-A0B964E39592}" type="slidenum">
              <a:rPr lang="en-US" altLang="zh-CN"/>
              <a:pPr>
                <a:defRPr/>
              </a:pPr>
              <a:t>‹#›</a:t>
            </a:fld>
            <a:endParaRPr lang="en-US" altLang="zh-CN"/>
          </a:p>
        </p:txBody>
      </p:sp>
    </p:spTree>
    <p:extLst>
      <p:ext uri="{BB962C8B-B14F-4D97-AF65-F5344CB8AC3E}">
        <p14:creationId xmlns:p14="http://schemas.microsoft.com/office/powerpoint/2010/main" val="6738638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88913"/>
            <a:ext cx="2057400" cy="59372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019800" cy="59372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sldNum" sz="quarter" idx="11"/>
          </p:nvPr>
        </p:nvSpPr>
        <p:spPr>
          <a:ln/>
        </p:spPr>
        <p:txBody>
          <a:bodyPr/>
          <a:lstStyle>
            <a:lvl1pPr>
              <a:defRPr/>
            </a:lvl1pPr>
          </a:lstStyle>
          <a:p>
            <a:pPr>
              <a:defRPr/>
            </a:pPr>
            <a:fld id="{4B886544-B5F6-4BDE-B0F7-44B8F9A541DB}" type="slidenum">
              <a:rPr lang="en-US" altLang="zh-CN"/>
              <a:pPr>
                <a:defRPr/>
              </a:pPr>
              <a:t>‹#›</a:t>
            </a:fld>
            <a:endParaRPr lang="en-US" altLang="zh-CN"/>
          </a:p>
        </p:txBody>
      </p:sp>
    </p:spTree>
    <p:extLst>
      <p:ext uri="{BB962C8B-B14F-4D97-AF65-F5344CB8AC3E}">
        <p14:creationId xmlns:p14="http://schemas.microsoft.com/office/powerpoint/2010/main" val="15100068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表格占位符 2"/>
          <p:cNvSpPr>
            <a:spLocks noGrp="1"/>
          </p:cNvSpPr>
          <p:nvPr>
            <p:ph type="tbl" idx="1"/>
          </p:nvPr>
        </p:nvSpPr>
        <p:spPr>
          <a:xfrm>
            <a:off x="457200" y="1196975"/>
            <a:ext cx="8229600" cy="4929188"/>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sldNum" sz="quarter" idx="11"/>
          </p:nvPr>
        </p:nvSpPr>
        <p:spPr>
          <a:ln/>
        </p:spPr>
        <p:txBody>
          <a:bodyPr/>
          <a:lstStyle>
            <a:lvl1pPr>
              <a:defRPr/>
            </a:lvl1pPr>
          </a:lstStyle>
          <a:p>
            <a:pPr>
              <a:defRPr/>
            </a:pPr>
            <a:fld id="{07CCD451-DC85-4289-B76A-D8DDB0ED499F}" type="slidenum">
              <a:rPr lang="en-US" altLang="zh-CN"/>
              <a:pPr>
                <a:defRPr/>
              </a:pPr>
              <a:t>‹#›</a:t>
            </a:fld>
            <a:endParaRPr lang="en-US" altLang="zh-CN"/>
          </a:p>
        </p:txBody>
      </p:sp>
    </p:spTree>
    <p:extLst>
      <p:ext uri="{BB962C8B-B14F-4D97-AF65-F5344CB8AC3E}">
        <p14:creationId xmlns:p14="http://schemas.microsoft.com/office/powerpoint/2010/main" val="14046358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06437"/>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92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sldNum" sz="quarter" idx="11"/>
          </p:nvPr>
        </p:nvSpPr>
        <p:spPr>
          <a:ln/>
        </p:spPr>
        <p:txBody>
          <a:bodyPr/>
          <a:lstStyle>
            <a:lvl1pPr>
              <a:defRPr/>
            </a:lvl1pPr>
          </a:lstStyle>
          <a:p>
            <a:pPr>
              <a:defRPr/>
            </a:pPr>
            <a:fld id="{9B07BCF1-3A4F-4F23-9D1D-90A6D1F9A430}" type="slidenum">
              <a:rPr lang="en-US" altLang="zh-CN"/>
              <a:pPr>
                <a:defRPr/>
              </a:pPr>
              <a:t>‹#›</a:t>
            </a:fld>
            <a:endParaRPr lang="en-US" altLang="zh-CN"/>
          </a:p>
        </p:txBody>
      </p:sp>
    </p:spTree>
    <p:extLst>
      <p:ext uri="{BB962C8B-B14F-4D97-AF65-F5344CB8AC3E}">
        <p14:creationId xmlns:p14="http://schemas.microsoft.com/office/powerpoint/2010/main" val="21830960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188913"/>
            <a:ext cx="8229600" cy="706437"/>
          </a:xfrm>
        </p:spPr>
        <p:txBody>
          <a:bodyPr/>
          <a:lstStyle/>
          <a:p>
            <a:r>
              <a:rPr lang="zh-CN" altLang="en-US"/>
              <a:t>单击此处编辑母版标题样式</a:t>
            </a:r>
          </a:p>
        </p:txBody>
      </p:sp>
      <p:sp>
        <p:nvSpPr>
          <p:cNvPr id="3" name="内容占位符 2"/>
          <p:cNvSpPr>
            <a:spLocks noGrp="1"/>
          </p:cNvSpPr>
          <p:nvPr>
            <p:ph sz="quarter" idx="1"/>
          </p:nvPr>
        </p:nvSpPr>
        <p:spPr>
          <a:xfrm>
            <a:off x="457200" y="1196975"/>
            <a:ext cx="4038600" cy="238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196975"/>
            <a:ext cx="4038600" cy="238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736975"/>
            <a:ext cx="4038600" cy="238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36975"/>
            <a:ext cx="4038600" cy="23891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sldNum" sz="quarter" idx="11"/>
          </p:nvPr>
        </p:nvSpPr>
        <p:spPr>
          <a:ln/>
        </p:spPr>
        <p:txBody>
          <a:bodyPr/>
          <a:lstStyle>
            <a:lvl1pPr>
              <a:defRPr/>
            </a:lvl1pPr>
          </a:lstStyle>
          <a:p>
            <a:pPr>
              <a:defRPr/>
            </a:pPr>
            <a:fld id="{55F7A7DB-7F5A-4559-9C84-F1AE070717C3}" type="slidenum">
              <a:rPr lang="en-US" altLang="zh-CN"/>
              <a:pPr>
                <a:defRPr/>
              </a:pPr>
              <a:t>‹#›</a:t>
            </a:fld>
            <a:endParaRPr lang="en-US" altLang="zh-CN"/>
          </a:p>
        </p:txBody>
      </p:sp>
    </p:spTree>
    <p:extLst>
      <p:ext uri="{BB962C8B-B14F-4D97-AF65-F5344CB8AC3E}">
        <p14:creationId xmlns:p14="http://schemas.microsoft.com/office/powerpoint/2010/main" val="4805548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88913"/>
            <a:ext cx="8229600" cy="59372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sldNum" sz="quarter" idx="11"/>
          </p:nvPr>
        </p:nvSpPr>
        <p:spPr>
          <a:ln/>
        </p:spPr>
        <p:txBody>
          <a:bodyPr/>
          <a:lstStyle>
            <a:lvl1pPr>
              <a:defRPr/>
            </a:lvl1pPr>
          </a:lstStyle>
          <a:p>
            <a:pPr>
              <a:defRPr/>
            </a:pPr>
            <a:fld id="{829D2BC1-4D4D-4043-A7F6-0AE7E4C3F968}" type="slidenum">
              <a:rPr lang="en-US" altLang="zh-CN"/>
              <a:pPr>
                <a:defRPr/>
              </a:pPr>
              <a:t>‹#›</a:t>
            </a:fld>
            <a:endParaRPr lang="en-US" altLang="zh-CN"/>
          </a:p>
        </p:txBody>
      </p:sp>
    </p:spTree>
    <p:extLst>
      <p:ext uri="{BB962C8B-B14F-4D97-AF65-F5344CB8AC3E}">
        <p14:creationId xmlns:p14="http://schemas.microsoft.com/office/powerpoint/2010/main" val="38314883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2124075" y="0"/>
            <a:ext cx="7019925" cy="620713"/>
          </a:xfrm>
        </p:spPr>
        <p:txBody>
          <a:bodyPr/>
          <a:lstStyle/>
          <a:p>
            <a:r>
              <a:rPr lang="zh-CN" altLang="en-US"/>
              <a:t>单击此处编辑母版标题样式</a:t>
            </a:r>
          </a:p>
        </p:txBody>
      </p:sp>
      <p:sp>
        <p:nvSpPr>
          <p:cNvPr id="3" name="内容占位符 2"/>
          <p:cNvSpPr>
            <a:spLocks noGrp="1"/>
          </p:cNvSpPr>
          <p:nvPr>
            <p:ph sz="half" idx="1"/>
          </p:nvPr>
        </p:nvSpPr>
        <p:spPr>
          <a:xfrm>
            <a:off x="457200" y="836613"/>
            <a:ext cx="4038600" cy="55451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836613"/>
            <a:ext cx="4038600"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684588"/>
            <a:ext cx="4038600" cy="2697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57200" y="6453188"/>
            <a:ext cx="2133600" cy="268287"/>
          </a:xfrm>
        </p:spPr>
        <p:txBody>
          <a:bodyPr/>
          <a:lstStyle>
            <a:lvl1pPr>
              <a:defRPr/>
            </a:lvl1pPr>
          </a:lstStyle>
          <a:p>
            <a:pPr>
              <a:defRPr/>
            </a:pPr>
            <a:endParaRPr lang="en-US" altLang="zh-CN"/>
          </a:p>
        </p:txBody>
      </p:sp>
      <p:sp>
        <p:nvSpPr>
          <p:cNvPr id="7" name="页脚占位符 6"/>
          <p:cNvSpPr>
            <a:spLocks noGrp="1"/>
          </p:cNvSpPr>
          <p:nvPr>
            <p:ph type="ftr" sz="quarter" idx="11"/>
          </p:nvPr>
        </p:nvSpPr>
        <p:spPr>
          <a:xfrm>
            <a:off x="3124200" y="6453188"/>
            <a:ext cx="2895600" cy="268287"/>
          </a:xfrm>
          <a:prstGeom prst="rect">
            <a:avLst/>
          </a:prstGeom>
        </p:spPr>
        <p:txBody>
          <a:bodyPr/>
          <a:lstStyle>
            <a:lvl1pPr fontAlgn="auto">
              <a:spcBef>
                <a:spcPts val="0"/>
              </a:spcBef>
              <a:spcAft>
                <a:spcPts val="0"/>
              </a:spcAft>
              <a:defRPr>
                <a:latin typeface="+mn-lt"/>
                <a:ea typeface="+mn-ea"/>
              </a:defRPr>
            </a:lvl1pPr>
          </a:lstStyle>
          <a:p>
            <a:pPr>
              <a:defRPr/>
            </a:pPr>
            <a:endParaRPr lang="en-US" altLang="zh-CN">
              <a:solidFill>
                <a:srgbClr val="000000"/>
              </a:solidFill>
            </a:endParaRPr>
          </a:p>
        </p:txBody>
      </p:sp>
      <p:sp>
        <p:nvSpPr>
          <p:cNvPr id="8" name="灯片编号占位符 7"/>
          <p:cNvSpPr>
            <a:spLocks noGrp="1"/>
          </p:cNvSpPr>
          <p:nvPr>
            <p:ph type="sldNum" sz="quarter" idx="12"/>
          </p:nvPr>
        </p:nvSpPr>
        <p:spPr>
          <a:xfrm>
            <a:off x="6553200" y="6453188"/>
            <a:ext cx="2133600" cy="268287"/>
          </a:xfrm>
        </p:spPr>
        <p:txBody>
          <a:bodyPr/>
          <a:lstStyle>
            <a:lvl1pPr>
              <a:defRPr/>
            </a:lvl1pPr>
          </a:lstStyle>
          <a:p>
            <a:pPr>
              <a:defRPr/>
            </a:pPr>
            <a:fld id="{AAEEF420-92D4-4F72-8628-A6E8210BB720}" type="slidenum">
              <a:rPr lang="en-US" altLang="zh-CN"/>
              <a:pPr>
                <a:defRPr/>
              </a:pPr>
              <a:t>‹#›</a:t>
            </a:fld>
            <a:endParaRPr lang="en-US" altLang="zh-CN"/>
          </a:p>
        </p:txBody>
      </p:sp>
    </p:spTree>
    <p:extLst>
      <p:ext uri="{BB962C8B-B14F-4D97-AF65-F5344CB8AC3E}">
        <p14:creationId xmlns:p14="http://schemas.microsoft.com/office/powerpoint/2010/main" val="2071059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7092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781321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129261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21926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24290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812229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31342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9876875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001807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776162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2802957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727367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lstStyle>
            <a:lvl1pPr>
              <a:defRPr b="1">
                <a:solidFill>
                  <a:schemeClr val="tx1"/>
                </a:solidFill>
              </a:defRPr>
            </a:lvl1pPr>
          </a:lstStyle>
          <a:p>
            <a:fld id="{EAE65894-ECC6-4703-B8A2-72576557CE97}"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1053750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audio" Target="../media/audio1.wav"/><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audio" Target="../media/audio1.wav"/><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6" Type="http://schemas.openxmlformats.org/officeDocument/2006/relationships/audio" Target="../media/audio1.wav"/><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theme" Target="../theme/theme5.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audio" Target="../media/audio1.wav"/><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Grp="1" noChangeArrowheads="1"/>
          </p:cNvSpPr>
          <p:nvPr>
            <p:ph type="title"/>
          </p:nvPr>
        </p:nvSpPr>
        <p:spPr bwMode="auto">
          <a:xfrm>
            <a:off x="457200" y="188915"/>
            <a:ext cx="82296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9"/>
          <p:cNvSpPr>
            <a:spLocks noGrp="1" noChangeArrowheads="1"/>
          </p:cNvSpPr>
          <p:nvPr>
            <p:ph type="body" idx="1"/>
          </p:nvPr>
        </p:nvSpPr>
        <p:spPr bwMode="auto">
          <a:xfrm>
            <a:off x="457200" y="1196975"/>
            <a:ext cx="82296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9146" name="Rectangle 10"/>
          <p:cNvSpPr>
            <a:spLocks noGrp="1" noChangeArrowheads="1"/>
          </p:cNvSpPr>
          <p:nvPr>
            <p:ph type="dt" sz="half" idx="2"/>
          </p:nvPr>
        </p:nvSpPr>
        <p:spPr bwMode="auto">
          <a:xfrm>
            <a:off x="3995738" y="6237288"/>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50" b="0">
                <a:latin typeface="Arial" pitchFamily="34" charset="0"/>
                <a:ea typeface="宋体" pitchFamily="2" charset="-122"/>
              </a:defRPr>
            </a:lvl1pPr>
          </a:lstStyle>
          <a:p>
            <a:pPr>
              <a:defRPr/>
            </a:pPr>
            <a:fld id="{3E27183D-A499-40DD-89EC-10CE414484B5}" type="datetime1">
              <a:rPr lang="zh-CN" altLang="en-US" smtClean="0"/>
              <a:t>2020/9/23</a:t>
            </a:fld>
            <a:endParaRPr lang="en-US" altLang="zh-CN" dirty="0"/>
          </a:p>
        </p:txBody>
      </p:sp>
      <p:sp>
        <p:nvSpPr>
          <p:cNvPr id="219148" name="Rectangle 12"/>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50" b="0" smtClean="0">
                <a:latin typeface="Arial" panose="020B0604020202020204" pitchFamily="34" charset="0"/>
              </a:defRPr>
            </a:lvl1pPr>
          </a:lstStyle>
          <a:p>
            <a:pPr>
              <a:defRPr/>
            </a:pPr>
            <a:fld id="{F67BC850-B323-4A60-A057-9F62188655F4}" type="slidenum">
              <a:rPr lang="en-US" altLang="zh-CN"/>
              <a:pPr>
                <a:defRPr/>
              </a:pPr>
              <a:t>‹#›</a:t>
            </a:fld>
            <a:endParaRPr lang="en-US" altLang="zh-CN" dirty="0"/>
          </a:p>
        </p:txBody>
      </p:sp>
      <p:sp>
        <p:nvSpPr>
          <p:cNvPr id="1030" name="Line 13">
            <a:hlinkClick r:id="" action="ppaction://noaction">
              <a:snd r:embed="rId15"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350" dirty="0"/>
          </a:p>
        </p:txBody>
      </p:sp>
    </p:spTree>
    <p:extLst>
      <p:ext uri="{BB962C8B-B14F-4D97-AF65-F5344CB8AC3E}">
        <p14:creationId xmlns:p14="http://schemas.microsoft.com/office/powerpoint/2010/main" val="1170295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ctr" rtl="0" eaLnBrk="0" fontAlgn="base" hangingPunct="0">
        <a:spcBef>
          <a:spcPct val="0"/>
        </a:spcBef>
        <a:spcAft>
          <a:spcPct val="0"/>
        </a:spcAft>
        <a:defRPr sz="3000">
          <a:solidFill>
            <a:srgbClr val="FF0000"/>
          </a:solidFill>
          <a:latin typeface="+mj-lt"/>
          <a:ea typeface="+mj-ea"/>
          <a:cs typeface="+mj-cs"/>
        </a:defRPr>
      </a:lvl1pPr>
      <a:lvl2pPr algn="ctr" rtl="0" eaLnBrk="0" fontAlgn="base" hangingPunct="0">
        <a:spcBef>
          <a:spcPct val="0"/>
        </a:spcBef>
        <a:spcAft>
          <a:spcPct val="0"/>
        </a:spcAft>
        <a:defRPr sz="3000">
          <a:solidFill>
            <a:srgbClr val="FF0000"/>
          </a:solidFill>
          <a:latin typeface="Arial" charset="0"/>
          <a:ea typeface="黑体" pitchFamily="49" charset="-122"/>
        </a:defRPr>
      </a:lvl2pPr>
      <a:lvl3pPr algn="ctr" rtl="0" eaLnBrk="0" fontAlgn="base" hangingPunct="0">
        <a:spcBef>
          <a:spcPct val="0"/>
        </a:spcBef>
        <a:spcAft>
          <a:spcPct val="0"/>
        </a:spcAft>
        <a:defRPr sz="3000">
          <a:solidFill>
            <a:srgbClr val="FF0000"/>
          </a:solidFill>
          <a:latin typeface="Arial" charset="0"/>
          <a:ea typeface="黑体" pitchFamily="49" charset="-122"/>
        </a:defRPr>
      </a:lvl3pPr>
      <a:lvl4pPr algn="ctr" rtl="0" eaLnBrk="0" fontAlgn="base" hangingPunct="0">
        <a:spcBef>
          <a:spcPct val="0"/>
        </a:spcBef>
        <a:spcAft>
          <a:spcPct val="0"/>
        </a:spcAft>
        <a:defRPr sz="3000">
          <a:solidFill>
            <a:srgbClr val="FF0000"/>
          </a:solidFill>
          <a:latin typeface="Arial" charset="0"/>
          <a:ea typeface="黑体" pitchFamily="49" charset="-122"/>
        </a:defRPr>
      </a:lvl4pPr>
      <a:lvl5pPr algn="ctr" rtl="0" eaLnBrk="0" fontAlgn="base" hangingPunct="0">
        <a:spcBef>
          <a:spcPct val="0"/>
        </a:spcBef>
        <a:spcAft>
          <a:spcPct val="0"/>
        </a:spcAft>
        <a:defRPr sz="3000">
          <a:solidFill>
            <a:srgbClr val="FF0000"/>
          </a:solidFill>
          <a:latin typeface="Arial" charset="0"/>
          <a:ea typeface="黑体" pitchFamily="49" charset="-122"/>
        </a:defRPr>
      </a:lvl5pPr>
      <a:lvl6pPr marL="342900" algn="ctr" rtl="0" fontAlgn="base">
        <a:spcBef>
          <a:spcPct val="0"/>
        </a:spcBef>
        <a:spcAft>
          <a:spcPct val="0"/>
        </a:spcAft>
        <a:defRPr sz="3000">
          <a:solidFill>
            <a:srgbClr val="FF0000"/>
          </a:solidFill>
          <a:latin typeface="Arial" charset="0"/>
          <a:ea typeface="黑体" pitchFamily="49" charset="-122"/>
        </a:defRPr>
      </a:lvl6pPr>
      <a:lvl7pPr marL="685800" algn="ctr" rtl="0" fontAlgn="base">
        <a:spcBef>
          <a:spcPct val="0"/>
        </a:spcBef>
        <a:spcAft>
          <a:spcPct val="0"/>
        </a:spcAft>
        <a:defRPr sz="3000">
          <a:solidFill>
            <a:srgbClr val="FF0000"/>
          </a:solidFill>
          <a:latin typeface="Arial" charset="0"/>
          <a:ea typeface="黑体" pitchFamily="49" charset="-122"/>
        </a:defRPr>
      </a:lvl7pPr>
      <a:lvl8pPr marL="1028700" algn="ctr" rtl="0" fontAlgn="base">
        <a:spcBef>
          <a:spcPct val="0"/>
        </a:spcBef>
        <a:spcAft>
          <a:spcPct val="0"/>
        </a:spcAft>
        <a:defRPr sz="3000">
          <a:solidFill>
            <a:srgbClr val="FF0000"/>
          </a:solidFill>
          <a:latin typeface="Arial" charset="0"/>
          <a:ea typeface="黑体" pitchFamily="49" charset="-122"/>
        </a:defRPr>
      </a:lvl8pPr>
      <a:lvl9pPr marL="1371600" algn="ctr" rtl="0" fontAlgn="base">
        <a:spcBef>
          <a:spcPct val="0"/>
        </a:spcBef>
        <a:spcAft>
          <a:spcPct val="0"/>
        </a:spcAft>
        <a:defRPr sz="3000">
          <a:solidFill>
            <a:srgbClr val="FF0000"/>
          </a:solidFill>
          <a:latin typeface="Arial" charset="0"/>
          <a:ea typeface="黑体" pitchFamily="49" charset="-122"/>
        </a:defRPr>
      </a:lvl9pPr>
    </p:titleStyle>
    <p:bodyStyle>
      <a:lvl1pPr marL="257175" indent="-257175" algn="l" rtl="0" eaLnBrk="0" fontAlgn="base" hangingPunct="0">
        <a:spcBef>
          <a:spcPct val="20000"/>
        </a:spcBef>
        <a:spcAft>
          <a:spcPct val="0"/>
        </a:spcAft>
        <a:buChar char="•"/>
        <a:defRPr sz="2400">
          <a:solidFill>
            <a:schemeClr val="accent2"/>
          </a:solidFill>
          <a:latin typeface="+mn-lt"/>
          <a:ea typeface="+mn-ea"/>
          <a:cs typeface="+mn-cs"/>
        </a:defRPr>
      </a:lvl1pPr>
      <a:lvl2pPr marL="557213" indent="-214313" algn="l" rtl="0" eaLnBrk="0" fontAlgn="base" hangingPunct="0">
        <a:spcBef>
          <a:spcPct val="20000"/>
        </a:spcBef>
        <a:spcAft>
          <a:spcPct val="0"/>
        </a:spcAft>
        <a:buChar char="–"/>
        <a:defRPr sz="2100">
          <a:solidFill>
            <a:srgbClr val="0000FF"/>
          </a:solidFill>
          <a:latin typeface="+mn-lt"/>
          <a:ea typeface="+mn-ea"/>
        </a:defRPr>
      </a:lvl2pPr>
      <a:lvl3pPr marL="857250" indent="-171450" algn="l" rtl="0" eaLnBrk="0" fontAlgn="base" hangingPunct="0">
        <a:spcBef>
          <a:spcPct val="20000"/>
        </a:spcBef>
        <a:spcAft>
          <a:spcPct val="0"/>
        </a:spcAft>
        <a:buChar char="•"/>
        <a:defRPr sz="1800">
          <a:solidFill>
            <a:srgbClr val="0000FF"/>
          </a:solidFill>
          <a:latin typeface="+mn-lt"/>
          <a:ea typeface="+mn-ea"/>
        </a:defRPr>
      </a:lvl3pPr>
      <a:lvl4pPr marL="1200150" indent="-171450" algn="l" rtl="0" eaLnBrk="0" fontAlgn="base" hangingPunct="0">
        <a:spcBef>
          <a:spcPct val="20000"/>
        </a:spcBef>
        <a:spcAft>
          <a:spcPct val="0"/>
        </a:spcAft>
        <a:buChar char="–"/>
        <a:defRPr sz="1500">
          <a:solidFill>
            <a:srgbClr val="0000FF"/>
          </a:solidFill>
          <a:latin typeface="+mn-lt"/>
          <a:ea typeface="+mn-ea"/>
        </a:defRPr>
      </a:lvl4pPr>
      <a:lvl5pPr marL="1543050" indent="-171450"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a:solidFill>
            <a:schemeClr val="tx1"/>
          </a:solidFill>
          <a:latin typeface="+mn-lt"/>
          <a:ea typeface="+mn-ea"/>
        </a:defRPr>
      </a:lvl6pPr>
      <a:lvl7pPr marL="2228850" indent="-171450" algn="l" rtl="0" fontAlgn="base">
        <a:spcBef>
          <a:spcPct val="20000"/>
        </a:spcBef>
        <a:spcAft>
          <a:spcPct val="0"/>
        </a:spcAft>
        <a:buChar char="»"/>
        <a:defRPr>
          <a:solidFill>
            <a:schemeClr val="tx1"/>
          </a:solidFill>
          <a:latin typeface="+mn-lt"/>
          <a:ea typeface="+mn-ea"/>
        </a:defRPr>
      </a:lvl7pPr>
      <a:lvl8pPr marL="2571750" indent="-171450" algn="l" rtl="0" fontAlgn="base">
        <a:spcBef>
          <a:spcPct val="20000"/>
        </a:spcBef>
        <a:spcAft>
          <a:spcPct val="0"/>
        </a:spcAft>
        <a:buChar char="»"/>
        <a:defRPr>
          <a:solidFill>
            <a:schemeClr val="tx1"/>
          </a:solidFill>
          <a:latin typeface="+mn-lt"/>
          <a:ea typeface="+mn-ea"/>
        </a:defRPr>
      </a:lvl8pPr>
      <a:lvl9pPr marL="2914650" indent="-17145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Grp="1" noChangeArrowheads="1"/>
          </p:cNvSpPr>
          <p:nvPr>
            <p:ph type="title"/>
          </p:nvPr>
        </p:nvSpPr>
        <p:spPr bwMode="auto">
          <a:xfrm>
            <a:off x="457200" y="188913"/>
            <a:ext cx="82296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9"/>
          <p:cNvSpPr>
            <a:spLocks noGrp="1" noChangeArrowheads="1"/>
          </p:cNvSpPr>
          <p:nvPr>
            <p:ph type="body" idx="1"/>
          </p:nvPr>
        </p:nvSpPr>
        <p:spPr bwMode="auto">
          <a:xfrm>
            <a:off x="457200" y="1196975"/>
            <a:ext cx="82296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9146" name="Rectangle 10"/>
          <p:cNvSpPr>
            <a:spLocks noGrp="1" noChangeArrowheads="1"/>
          </p:cNvSpPr>
          <p:nvPr>
            <p:ph type="dt" sz="half" idx="2"/>
          </p:nvPr>
        </p:nvSpPr>
        <p:spPr bwMode="auto">
          <a:xfrm>
            <a:off x="3995738" y="6237288"/>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b="0">
                <a:latin typeface="Arial" pitchFamily="34" charset="0"/>
                <a:ea typeface="宋体" pitchFamily="2" charset="-122"/>
              </a:defRPr>
            </a:lvl1pPr>
          </a:lstStyle>
          <a:p>
            <a:pPr>
              <a:defRPr/>
            </a:pPr>
            <a:fld id="{3E27183D-A499-40DD-89EC-10CE414484B5}" type="datetime1">
              <a:rPr lang="zh-CN" altLang="en-US" smtClean="0"/>
              <a:t>2020/9/23</a:t>
            </a:fld>
            <a:endParaRPr lang="en-US" altLang="zh-CN" dirty="0"/>
          </a:p>
        </p:txBody>
      </p:sp>
      <p:sp>
        <p:nvSpPr>
          <p:cNvPr id="219148" name="Rectangle 12"/>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smtClean="0">
                <a:latin typeface="Arial" panose="020B0604020202020204" pitchFamily="34" charset="0"/>
              </a:defRPr>
            </a:lvl1pPr>
          </a:lstStyle>
          <a:p>
            <a:pPr>
              <a:defRPr/>
            </a:pPr>
            <a:fld id="{F67BC850-B323-4A60-A057-9F62188655F4}" type="slidenum">
              <a:rPr lang="en-US" altLang="zh-CN"/>
              <a:pPr>
                <a:defRPr/>
              </a:pPr>
              <a:t>‹#›</a:t>
            </a:fld>
            <a:endParaRPr lang="en-US" altLang="zh-CN" dirty="0"/>
          </a:p>
        </p:txBody>
      </p:sp>
      <p:sp>
        <p:nvSpPr>
          <p:cNvPr id="1030" name="Line 13">
            <a:hlinkClick r:id="" action="ppaction://noaction">
              <a:snd r:embed="rId15"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endParaRPr lang="en-US" dirty="0"/>
          </a:p>
        </p:txBody>
      </p:sp>
    </p:spTree>
    <p:extLst>
      <p:ext uri="{BB962C8B-B14F-4D97-AF65-F5344CB8AC3E}">
        <p14:creationId xmlns:p14="http://schemas.microsoft.com/office/powerpoint/2010/main" val="163286911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ctr" rtl="0" eaLnBrk="0" fontAlgn="base" hangingPunct="0">
        <a:spcBef>
          <a:spcPct val="0"/>
        </a:spcBef>
        <a:spcAft>
          <a:spcPct val="0"/>
        </a:spcAft>
        <a:defRPr sz="4000">
          <a:solidFill>
            <a:srgbClr val="FF0000"/>
          </a:solidFill>
          <a:latin typeface="+mj-lt"/>
          <a:ea typeface="+mj-ea"/>
          <a:cs typeface="+mj-cs"/>
        </a:defRPr>
      </a:lvl1pPr>
      <a:lvl2pPr algn="ctr" rtl="0" eaLnBrk="0" fontAlgn="base" hangingPunct="0">
        <a:spcBef>
          <a:spcPct val="0"/>
        </a:spcBef>
        <a:spcAft>
          <a:spcPct val="0"/>
        </a:spcAft>
        <a:defRPr sz="4000">
          <a:solidFill>
            <a:srgbClr val="FF0000"/>
          </a:solidFill>
          <a:latin typeface="Arial" charset="0"/>
          <a:ea typeface="黑体" pitchFamily="49" charset="-122"/>
        </a:defRPr>
      </a:lvl2pPr>
      <a:lvl3pPr algn="ctr" rtl="0" eaLnBrk="0" fontAlgn="base" hangingPunct="0">
        <a:spcBef>
          <a:spcPct val="0"/>
        </a:spcBef>
        <a:spcAft>
          <a:spcPct val="0"/>
        </a:spcAft>
        <a:defRPr sz="4000">
          <a:solidFill>
            <a:srgbClr val="FF0000"/>
          </a:solidFill>
          <a:latin typeface="Arial" charset="0"/>
          <a:ea typeface="黑体" pitchFamily="49" charset="-122"/>
        </a:defRPr>
      </a:lvl3pPr>
      <a:lvl4pPr algn="ctr" rtl="0" eaLnBrk="0" fontAlgn="base" hangingPunct="0">
        <a:spcBef>
          <a:spcPct val="0"/>
        </a:spcBef>
        <a:spcAft>
          <a:spcPct val="0"/>
        </a:spcAft>
        <a:defRPr sz="4000">
          <a:solidFill>
            <a:srgbClr val="FF0000"/>
          </a:solidFill>
          <a:latin typeface="Arial" charset="0"/>
          <a:ea typeface="黑体" pitchFamily="49" charset="-122"/>
        </a:defRPr>
      </a:lvl4pPr>
      <a:lvl5pPr algn="ctr" rtl="0" eaLnBrk="0" fontAlgn="base" hangingPunct="0">
        <a:spcBef>
          <a:spcPct val="0"/>
        </a:spcBef>
        <a:spcAft>
          <a:spcPct val="0"/>
        </a:spcAft>
        <a:defRPr sz="4000">
          <a:solidFill>
            <a:srgbClr val="FF0000"/>
          </a:solidFill>
          <a:latin typeface="Arial" charset="0"/>
          <a:ea typeface="黑体" pitchFamily="49" charset="-122"/>
        </a:defRPr>
      </a:lvl5pPr>
      <a:lvl6pPr marL="457200" algn="ctr" rtl="0" fontAlgn="base">
        <a:spcBef>
          <a:spcPct val="0"/>
        </a:spcBef>
        <a:spcAft>
          <a:spcPct val="0"/>
        </a:spcAft>
        <a:defRPr sz="4000">
          <a:solidFill>
            <a:srgbClr val="FF0000"/>
          </a:solidFill>
          <a:latin typeface="Arial" charset="0"/>
          <a:ea typeface="黑体" pitchFamily="49" charset="-122"/>
        </a:defRPr>
      </a:lvl6pPr>
      <a:lvl7pPr marL="914400" algn="ctr" rtl="0" fontAlgn="base">
        <a:spcBef>
          <a:spcPct val="0"/>
        </a:spcBef>
        <a:spcAft>
          <a:spcPct val="0"/>
        </a:spcAft>
        <a:defRPr sz="4000">
          <a:solidFill>
            <a:srgbClr val="FF0000"/>
          </a:solidFill>
          <a:latin typeface="Arial" charset="0"/>
          <a:ea typeface="黑体" pitchFamily="49" charset="-122"/>
        </a:defRPr>
      </a:lvl7pPr>
      <a:lvl8pPr marL="1371600" algn="ctr" rtl="0" fontAlgn="base">
        <a:spcBef>
          <a:spcPct val="0"/>
        </a:spcBef>
        <a:spcAft>
          <a:spcPct val="0"/>
        </a:spcAft>
        <a:defRPr sz="4000">
          <a:solidFill>
            <a:srgbClr val="FF0000"/>
          </a:solidFill>
          <a:latin typeface="Arial" charset="0"/>
          <a:ea typeface="黑体" pitchFamily="49" charset="-122"/>
        </a:defRPr>
      </a:lvl8pPr>
      <a:lvl9pPr marL="1828800" algn="ctr" rtl="0" fontAlgn="base">
        <a:spcBef>
          <a:spcPct val="0"/>
        </a:spcBef>
        <a:spcAft>
          <a:spcPct val="0"/>
        </a:spcAft>
        <a:defRPr sz="4000">
          <a:solidFill>
            <a:srgbClr val="FF0000"/>
          </a:solidFill>
          <a:latin typeface="Arial" charset="0"/>
          <a:ea typeface="黑体" pitchFamily="49" charset="-122"/>
        </a:defRPr>
      </a:lvl9pPr>
    </p:titleStyle>
    <p:body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FF"/>
          </a:solidFill>
          <a:latin typeface="+mn-lt"/>
          <a:ea typeface="+mn-ea"/>
        </a:defRPr>
      </a:lvl2pPr>
      <a:lvl3pPr marL="1143000" indent="-228600" algn="l" rtl="0" eaLnBrk="0" fontAlgn="base" hangingPunct="0">
        <a:spcBef>
          <a:spcPct val="20000"/>
        </a:spcBef>
        <a:spcAft>
          <a:spcPct val="0"/>
        </a:spcAft>
        <a:buChar char="•"/>
        <a:defRPr sz="2400">
          <a:solidFill>
            <a:srgbClr val="0000FF"/>
          </a:solidFill>
          <a:latin typeface="+mn-lt"/>
          <a:ea typeface="+mn-ea"/>
        </a:defRPr>
      </a:lvl3pPr>
      <a:lvl4pPr marL="1600200" indent="-228600" algn="l" rtl="0" eaLnBrk="0" fontAlgn="base" hangingPunct="0">
        <a:spcBef>
          <a:spcPct val="20000"/>
        </a:spcBef>
        <a:spcAft>
          <a:spcPct val="0"/>
        </a:spcAft>
        <a:buChar char="–"/>
        <a:defRPr sz="2000">
          <a:solidFill>
            <a:srgbClr val="0000FF"/>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Line 13">
            <a:hlinkClick r:id="" action="ppaction://noaction">
              <a:snd r:embed="rId5"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1400" b="1">
              <a:solidFill>
                <a:srgbClr val="000000"/>
              </a:solidFill>
              <a:latin typeface="Times New Roman" panose="02020603050405020304" pitchFamily="18" charset="0"/>
              <a:ea typeface="宋体" panose="02010600030101010101" pitchFamily="2" charset="-122"/>
            </a:endParaRPr>
          </a:p>
        </p:txBody>
      </p:sp>
      <p:sp>
        <p:nvSpPr>
          <p:cNvPr id="8" name="灯片编号占位符 7"/>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EAE65894-ECC6-4703-B8A2-72576557CE97}" type="slidenum">
              <a:rPr lang="zh-CN" altLang="en-US" smtClean="0">
                <a:solidFill>
                  <a:srgbClr val="000000">
                    <a:tint val="75000"/>
                  </a:srgbClr>
                </a:solidFill>
                <a:ea typeface="宋体" panose="02010600030101010101" pitchFamily="2" charset="-122"/>
              </a:rPr>
              <a:pPr fontAlgn="base">
                <a:spcBef>
                  <a:spcPct val="0"/>
                </a:spcBef>
                <a:spcAft>
                  <a:spcPct val="0"/>
                </a:spcAft>
              </a:pPr>
              <a:t>‹#›</a:t>
            </a:fld>
            <a:endParaRPr lang="zh-CN" altLang="en-US">
              <a:solidFill>
                <a:srgbClr val="000000">
                  <a:tint val="75000"/>
                </a:srgbClr>
              </a:solidFill>
              <a:ea typeface="宋体" panose="02010600030101010101" pitchFamily="2" charset="-122"/>
            </a:endParaRPr>
          </a:p>
        </p:txBody>
      </p:sp>
    </p:spTree>
    <p:extLst>
      <p:ext uri="{BB962C8B-B14F-4D97-AF65-F5344CB8AC3E}">
        <p14:creationId xmlns:p14="http://schemas.microsoft.com/office/powerpoint/2010/main" val="4164893563"/>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Lst>
  <p:hf hdr="0" ftr="0" dt="0"/>
  <p:txStyles>
    <p:titleStyle>
      <a:lvl1pPr algn="ctr" rtl="0" eaLnBrk="0" fontAlgn="base" hangingPunct="0">
        <a:spcBef>
          <a:spcPct val="0"/>
        </a:spcBef>
        <a:spcAft>
          <a:spcPct val="0"/>
        </a:spcAft>
        <a:defRPr sz="4000">
          <a:solidFill>
            <a:srgbClr val="FF0000"/>
          </a:solidFill>
          <a:latin typeface="+mj-lt"/>
          <a:ea typeface="+mj-ea"/>
          <a:cs typeface="+mj-cs"/>
        </a:defRPr>
      </a:lvl1pPr>
      <a:lvl2pPr algn="ctr" rtl="0" eaLnBrk="0" fontAlgn="base" hangingPunct="0">
        <a:spcBef>
          <a:spcPct val="0"/>
        </a:spcBef>
        <a:spcAft>
          <a:spcPct val="0"/>
        </a:spcAft>
        <a:defRPr sz="4000">
          <a:solidFill>
            <a:srgbClr val="FF0000"/>
          </a:solidFill>
          <a:latin typeface="Arial" panose="020B0604020202020204" pitchFamily="34" charset="0"/>
          <a:ea typeface="黑体" panose="02010609060101010101" pitchFamily="2" charset="-122"/>
        </a:defRPr>
      </a:lvl2pPr>
      <a:lvl3pPr algn="ctr" rtl="0" eaLnBrk="0" fontAlgn="base" hangingPunct="0">
        <a:spcBef>
          <a:spcPct val="0"/>
        </a:spcBef>
        <a:spcAft>
          <a:spcPct val="0"/>
        </a:spcAft>
        <a:defRPr sz="4000">
          <a:solidFill>
            <a:srgbClr val="FF0000"/>
          </a:solidFill>
          <a:latin typeface="Arial" panose="020B0604020202020204" pitchFamily="34" charset="0"/>
          <a:ea typeface="黑体" panose="02010609060101010101" pitchFamily="2" charset="-122"/>
        </a:defRPr>
      </a:lvl3pPr>
      <a:lvl4pPr algn="ctr" rtl="0" eaLnBrk="0" fontAlgn="base" hangingPunct="0">
        <a:spcBef>
          <a:spcPct val="0"/>
        </a:spcBef>
        <a:spcAft>
          <a:spcPct val="0"/>
        </a:spcAft>
        <a:defRPr sz="4000">
          <a:solidFill>
            <a:srgbClr val="FF0000"/>
          </a:solidFill>
          <a:latin typeface="Arial" panose="020B0604020202020204" pitchFamily="34" charset="0"/>
          <a:ea typeface="黑体" panose="02010609060101010101" pitchFamily="2" charset="-122"/>
        </a:defRPr>
      </a:lvl4pPr>
      <a:lvl5pPr algn="ctr" rtl="0" eaLnBrk="0" fontAlgn="base" hangingPunct="0">
        <a:spcBef>
          <a:spcPct val="0"/>
        </a:spcBef>
        <a:spcAft>
          <a:spcPct val="0"/>
        </a:spcAft>
        <a:defRPr sz="4000">
          <a:solidFill>
            <a:srgbClr val="FF0000"/>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000">
          <a:solidFill>
            <a:srgbClr val="FF0000"/>
          </a:solidFill>
          <a:latin typeface="Arial" panose="020B0604020202020204" pitchFamily="34" charset="0"/>
          <a:ea typeface="黑体" panose="02010609060101010101" pitchFamily="2" charset="-122"/>
        </a:defRPr>
      </a:lvl6pPr>
      <a:lvl7pPr marL="914400" algn="ctr" rtl="0" fontAlgn="base">
        <a:spcBef>
          <a:spcPct val="0"/>
        </a:spcBef>
        <a:spcAft>
          <a:spcPct val="0"/>
        </a:spcAft>
        <a:defRPr sz="4000">
          <a:solidFill>
            <a:srgbClr val="FF0000"/>
          </a:solidFill>
          <a:latin typeface="Arial" panose="020B0604020202020204" pitchFamily="34" charset="0"/>
          <a:ea typeface="黑体" panose="02010609060101010101" pitchFamily="2" charset="-122"/>
        </a:defRPr>
      </a:lvl7pPr>
      <a:lvl8pPr marL="1371600" algn="ctr" rtl="0" fontAlgn="base">
        <a:spcBef>
          <a:spcPct val="0"/>
        </a:spcBef>
        <a:spcAft>
          <a:spcPct val="0"/>
        </a:spcAft>
        <a:defRPr sz="4000">
          <a:solidFill>
            <a:srgbClr val="FF0000"/>
          </a:solidFill>
          <a:latin typeface="Arial" panose="020B0604020202020204" pitchFamily="34" charset="0"/>
          <a:ea typeface="黑体" panose="02010609060101010101" pitchFamily="2" charset="-122"/>
        </a:defRPr>
      </a:lvl8pPr>
      <a:lvl9pPr marL="1828800" algn="ctr" rtl="0" fontAlgn="base">
        <a:spcBef>
          <a:spcPct val="0"/>
        </a:spcBef>
        <a:spcAft>
          <a:spcPct val="0"/>
        </a:spcAft>
        <a:defRPr sz="4000">
          <a:solidFill>
            <a:srgbClr val="FF0000"/>
          </a:solidFill>
          <a:latin typeface="Arial" panose="020B0604020202020204" pitchFamily="34" charset="0"/>
          <a:ea typeface="黑体" panose="02010609060101010101" pitchFamily="2" charset="-122"/>
        </a:defRPr>
      </a:lvl9pPr>
    </p:titleStyle>
    <p:body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FF"/>
          </a:solidFill>
          <a:latin typeface="+mn-lt"/>
          <a:ea typeface="+mn-ea"/>
        </a:defRPr>
      </a:lvl2pPr>
      <a:lvl3pPr marL="1143000" indent="-228600" algn="l" rtl="0" eaLnBrk="0" fontAlgn="base" hangingPunct="0">
        <a:spcBef>
          <a:spcPct val="20000"/>
        </a:spcBef>
        <a:spcAft>
          <a:spcPct val="0"/>
        </a:spcAft>
        <a:buChar char="•"/>
        <a:defRPr sz="2400">
          <a:solidFill>
            <a:srgbClr val="0000FF"/>
          </a:solidFill>
          <a:latin typeface="+mn-lt"/>
          <a:ea typeface="+mn-ea"/>
        </a:defRPr>
      </a:lvl3pPr>
      <a:lvl4pPr marL="1600200" indent="-228600" algn="l" rtl="0" eaLnBrk="0" fontAlgn="base" hangingPunct="0">
        <a:spcBef>
          <a:spcPct val="20000"/>
        </a:spcBef>
        <a:spcAft>
          <a:spcPct val="0"/>
        </a:spcAft>
        <a:buChar char="–"/>
        <a:defRPr sz="2000">
          <a:solidFill>
            <a:srgbClr val="0000FF"/>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Grp="1" noChangeArrowheads="1"/>
          </p:cNvSpPr>
          <p:nvPr>
            <p:ph type="title"/>
          </p:nvPr>
        </p:nvSpPr>
        <p:spPr bwMode="auto">
          <a:xfrm>
            <a:off x="457200" y="188913"/>
            <a:ext cx="82296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9"/>
          <p:cNvSpPr>
            <a:spLocks noGrp="1" noChangeArrowheads="1"/>
          </p:cNvSpPr>
          <p:nvPr>
            <p:ph type="body" idx="1"/>
          </p:nvPr>
        </p:nvSpPr>
        <p:spPr bwMode="auto">
          <a:xfrm>
            <a:off x="457200" y="1196975"/>
            <a:ext cx="82296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9146" name="Rectangle 10"/>
          <p:cNvSpPr>
            <a:spLocks noGrp="1" noChangeArrowheads="1"/>
          </p:cNvSpPr>
          <p:nvPr>
            <p:ph type="dt" sz="half" idx="2"/>
          </p:nvPr>
        </p:nvSpPr>
        <p:spPr bwMode="auto">
          <a:xfrm>
            <a:off x="3995738" y="6237288"/>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b="0">
                <a:latin typeface="Arial" pitchFamily="34" charset="0"/>
                <a:ea typeface="宋体" pitchFamily="2" charset="-122"/>
              </a:defRPr>
            </a:lvl1pPr>
          </a:lstStyle>
          <a:p>
            <a:pPr>
              <a:defRPr/>
            </a:pPr>
            <a:fld id="{3E27183D-A499-40DD-89EC-10CE414484B5}" type="datetime1">
              <a:rPr lang="zh-CN" altLang="en-US" smtClean="0">
                <a:solidFill>
                  <a:srgbClr val="000000"/>
                </a:solidFill>
              </a:rPr>
              <a:pPr>
                <a:defRPr/>
              </a:pPr>
              <a:t>2020/9/23</a:t>
            </a:fld>
            <a:endParaRPr lang="en-US" altLang="zh-CN" dirty="0">
              <a:solidFill>
                <a:srgbClr val="000000"/>
              </a:solidFill>
            </a:endParaRPr>
          </a:p>
        </p:txBody>
      </p:sp>
      <p:sp>
        <p:nvSpPr>
          <p:cNvPr id="219148" name="Rectangle 12"/>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smtClean="0">
                <a:latin typeface="Arial" panose="020B0604020202020204" pitchFamily="34" charset="0"/>
              </a:defRPr>
            </a:lvl1pPr>
          </a:lstStyle>
          <a:p>
            <a:pPr>
              <a:defRPr/>
            </a:pPr>
            <a:fld id="{F67BC850-B323-4A60-A057-9F62188655F4}" type="slidenum">
              <a:rPr lang="en-US" altLang="zh-CN">
                <a:solidFill>
                  <a:srgbClr val="000000"/>
                </a:solidFill>
              </a:rPr>
              <a:pPr>
                <a:defRPr/>
              </a:pPr>
              <a:t>‹#›</a:t>
            </a:fld>
            <a:endParaRPr lang="en-US" altLang="zh-CN" dirty="0">
              <a:solidFill>
                <a:srgbClr val="000000"/>
              </a:solidFill>
            </a:endParaRPr>
          </a:p>
        </p:txBody>
      </p:sp>
      <p:sp>
        <p:nvSpPr>
          <p:cNvPr id="1030" name="Line 13">
            <a:hlinkClick r:id="" action="ppaction://noaction">
              <a:snd r:embed="rId16"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endParaRPr lang="en-US" dirty="0">
              <a:solidFill>
                <a:srgbClr val="000000"/>
              </a:solidFill>
            </a:endParaRPr>
          </a:p>
        </p:txBody>
      </p:sp>
    </p:spTree>
    <p:extLst>
      <p:ext uri="{BB962C8B-B14F-4D97-AF65-F5344CB8AC3E}">
        <p14:creationId xmlns:p14="http://schemas.microsoft.com/office/powerpoint/2010/main" val="150124272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hf hdr="0" ftr="0" dt="0"/>
  <p:txStyles>
    <p:titleStyle>
      <a:lvl1pPr algn="ctr" rtl="0" eaLnBrk="0" fontAlgn="base" hangingPunct="0">
        <a:spcBef>
          <a:spcPct val="0"/>
        </a:spcBef>
        <a:spcAft>
          <a:spcPct val="0"/>
        </a:spcAft>
        <a:defRPr sz="4000">
          <a:solidFill>
            <a:srgbClr val="FF0000"/>
          </a:solidFill>
          <a:latin typeface="+mj-lt"/>
          <a:ea typeface="+mj-ea"/>
          <a:cs typeface="+mj-cs"/>
        </a:defRPr>
      </a:lvl1pPr>
      <a:lvl2pPr algn="ctr" rtl="0" eaLnBrk="0" fontAlgn="base" hangingPunct="0">
        <a:spcBef>
          <a:spcPct val="0"/>
        </a:spcBef>
        <a:spcAft>
          <a:spcPct val="0"/>
        </a:spcAft>
        <a:defRPr sz="4000">
          <a:solidFill>
            <a:srgbClr val="FF0000"/>
          </a:solidFill>
          <a:latin typeface="Arial" charset="0"/>
          <a:ea typeface="黑体" pitchFamily="49" charset="-122"/>
        </a:defRPr>
      </a:lvl2pPr>
      <a:lvl3pPr algn="ctr" rtl="0" eaLnBrk="0" fontAlgn="base" hangingPunct="0">
        <a:spcBef>
          <a:spcPct val="0"/>
        </a:spcBef>
        <a:spcAft>
          <a:spcPct val="0"/>
        </a:spcAft>
        <a:defRPr sz="4000">
          <a:solidFill>
            <a:srgbClr val="FF0000"/>
          </a:solidFill>
          <a:latin typeface="Arial" charset="0"/>
          <a:ea typeface="黑体" pitchFamily="49" charset="-122"/>
        </a:defRPr>
      </a:lvl3pPr>
      <a:lvl4pPr algn="ctr" rtl="0" eaLnBrk="0" fontAlgn="base" hangingPunct="0">
        <a:spcBef>
          <a:spcPct val="0"/>
        </a:spcBef>
        <a:spcAft>
          <a:spcPct val="0"/>
        </a:spcAft>
        <a:defRPr sz="4000">
          <a:solidFill>
            <a:srgbClr val="FF0000"/>
          </a:solidFill>
          <a:latin typeface="Arial" charset="0"/>
          <a:ea typeface="黑体" pitchFamily="49" charset="-122"/>
        </a:defRPr>
      </a:lvl4pPr>
      <a:lvl5pPr algn="ctr" rtl="0" eaLnBrk="0" fontAlgn="base" hangingPunct="0">
        <a:spcBef>
          <a:spcPct val="0"/>
        </a:spcBef>
        <a:spcAft>
          <a:spcPct val="0"/>
        </a:spcAft>
        <a:defRPr sz="4000">
          <a:solidFill>
            <a:srgbClr val="FF0000"/>
          </a:solidFill>
          <a:latin typeface="Arial" charset="0"/>
          <a:ea typeface="黑体" pitchFamily="49" charset="-122"/>
        </a:defRPr>
      </a:lvl5pPr>
      <a:lvl6pPr marL="457200" algn="ctr" rtl="0" fontAlgn="base">
        <a:spcBef>
          <a:spcPct val="0"/>
        </a:spcBef>
        <a:spcAft>
          <a:spcPct val="0"/>
        </a:spcAft>
        <a:defRPr sz="4000">
          <a:solidFill>
            <a:srgbClr val="FF0000"/>
          </a:solidFill>
          <a:latin typeface="Arial" charset="0"/>
          <a:ea typeface="黑体" pitchFamily="49" charset="-122"/>
        </a:defRPr>
      </a:lvl6pPr>
      <a:lvl7pPr marL="914400" algn="ctr" rtl="0" fontAlgn="base">
        <a:spcBef>
          <a:spcPct val="0"/>
        </a:spcBef>
        <a:spcAft>
          <a:spcPct val="0"/>
        </a:spcAft>
        <a:defRPr sz="4000">
          <a:solidFill>
            <a:srgbClr val="FF0000"/>
          </a:solidFill>
          <a:latin typeface="Arial" charset="0"/>
          <a:ea typeface="黑体" pitchFamily="49" charset="-122"/>
        </a:defRPr>
      </a:lvl7pPr>
      <a:lvl8pPr marL="1371600" algn="ctr" rtl="0" fontAlgn="base">
        <a:spcBef>
          <a:spcPct val="0"/>
        </a:spcBef>
        <a:spcAft>
          <a:spcPct val="0"/>
        </a:spcAft>
        <a:defRPr sz="4000">
          <a:solidFill>
            <a:srgbClr val="FF0000"/>
          </a:solidFill>
          <a:latin typeface="Arial" charset="0"/>
          <a:ea typeface="黑体" pitchFamily="49" charset="-122"/>
        </a:defRPr>
      </a:lvl8pPr>
      <a:lvl9pPr marL="1828800" algn="ctr" rtl="0" fontAlgn="base">
        <a:spcBef>
          <a:spcPct val="0"/>
        </a:spcBef>
        <a:spcAft>
          <a:spcPct val="0"/>
        </a:spcAft>
        <a:defRPr sz="4000">
          <a:solidFill>
            <a:srgbClr val="FF0000"/>
          </a:solidFill>
          <a:latin typeface="Arial" charset="0"/>
          <a:ea typeface="黑体" pitchFamily="49" charset="-122"/>
        </a:defRPr>
      </a:lvl9pPr>
    </p:titleStyle>
    <p:body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FF"/>
          </a:solidFill>
          <a:latin typeface="+mn-lt"/>
          <a:ea typeface="+mn-ea"/>
        </a:defRPr>
      </a:lvl2pPr>
      <a:lvl3pPr marL="1143000" indent="-228600" algn="l" rtl="0" eaLnBrk="0" fontAlgn="base" hangingPunct="0">
        <a:spcBef>
          <a:spcPct val="20000"/>
        </a:spcBef>
        <a:spcAft>
          <a:spcPct val="0"/>
        </a:spcAft>
        <a:buChar char="•"/>
        <a:defRPr sz="2400">
          <a:solidFill>
            <a:srgbClr val="0000FF"/>
          </a:solidFill>
          <a:latin typeface="+mn-lt"/>
          <a:ea typeface="+mn-ea"/>
        </a:defRPr>
      </a:lvl3pPr>
      <a:lvl4pPr marL="1600200" indent="-228600" algn="l" rtl="0" eaLnBrk="0" fontAlgn="base" hangingPunct="0">
        <a:spcBef>
          <a:spcPct val="20000"/>
        </a:spcBef>
        <a:spcAft>
          <a:spcPct val="0"/>
        </a:spcAft>
        <a:buChar char="–"/>
        <a:defRPr sz="2000">
          <a:solidFill>
            <a:srgbClr val="0000FF"/>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Grp="1" noChangeArrowheads="1"/>
          </p:cNvSpPr>
          <p:nvPr>
            <p:ph type="title"/>
          </p:nvPr>
        </p:nvSpPr>
        <p:spPr bwMode="auto">
          <a:xfrm>
            <a:off x="457200" y="188913"/>
            <a:ext cx="8229600" cy="7064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9"/>
          <p:cNvSpPr>
            <a:spLocks noGrp="1" noChangeArrowheads="1"/>
          </p:cNvSpPr>
          <p:nvPr>
            <p:ph type="body" idx="1"/>
          </p:nvPr>
        </p:nvSpPr>
        <p:spPr bwMode="auto">
          <a:xfrm>
            <a:off x="457200" y="1196975"/>
            <a:ext cx="8229600" cy="49291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9146" name="Rectangle 10"/>
          <p:cNvSpPr>
            <a:spLocks noGrp="1" noChangeArrowheads="1"/>
          </p:cNvSpPr>
          <p:nvPr>
            <p:ph type="dt" sz="half" idx="2"/>
          </p:nvPr>
        </p:nvSpPr>
        <p:spPr bwMode="auto">
          <a:xfrm>
            <a:off x="3995738" y="6237288"/>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400" b="0">
                <a:solidFill>
                  <a:srgbClr val="000000"/>
                </a:solidFill>
                <a:latin typeface="+mn-lt"/>
                <a:ea typeface="宋体" pitchFamily="2" charset="-122"/>
              </a:defRPr>
            </a:lvl1pPr>
          </a:lstStyle>
          <a:p>
            <a:pPr>
              <a:defRPr/>
            </a:pPr>
            <a:endParaRPr lang="en-US" altLang="zh-CN"/>
          </a:p>
        </p:txBody>
      </p:sp>
      <p:sp>
        <p:nvSpPr>
          <p:cNvPr id="219148" name="Rectangle 12"/>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400" b="0">
                <a:solidFill>
                  <a:srgbClr val="000000"/>
                </a:solidFill>
                <a:latin typeface="+mn-lt"/>
                <a:ea typeface="宋体" pitchFamily="2" charset="-122"/>
              </a:defRPr>
            </a:lvl1pPr>
          </a:lstStyle>
          <a:p>
            <a:pPr>
              <a:defRPr/>
            </a:pPr>
            <a:fld id="{280263FD-7BD3-4058-8735-8DC8B7C4E61F}" type="slidenum">
              <a:rPr lang="en-US" altLang="zh-CN"/>
              <a:pPr>
                <a:defRPr/>
              </a:pPr>
              <a:t>‹#›</a:t>
            </a:fld>
            <a:endParaRPr lang="en-US" altLang="zh-CN"/>
          </a:p>
        </p:txBody>
      </p:sp>
      <p:sp>
        <p:nvSpPr>
          <p:cNvPr id="2054" name="Line 13">
            <a:hlinkClick r:id="" action="ppaction://noaction">
              <a:snd r:embed="rId19"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p:spPr>
        <p:txBody>
          <a:bodyPr/>
          <a:lstStyle/>
          <a:p>
            <a:pPr>
              <a:defRPr/>
            </a:pPr>
            <a:endParaRPr lang="zh-CN" altLang="en-US">
              <a:solidFill>
                <a:srgbClr val="000000"/>
              </a:solidFill>
            </a:endParaRPr>
          </a:p>
        </p:txBody>
      </p:sp>
    </p:spTree>
    <p:extLst>
      <p:ext uri="{BB962C8B-B14F-4D97-AF65-F5344CB8AC3E}">
        <p14:creationId xmlns:p14="http://schemas.microsoft.com/office/powerpoint/2010/main" val="1918261465"/>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hf hdr="0" ftr="0" dt="0"/>
  <p:txStyles>
    <p:titleStyle>
      <a:lvl1pPr algn="ctr" rtl="0" eaLnBrk="0" fontAlgn="base" hangingPunct="0">
        <a:spcBef>
          <a:spcPct val="0"/>
        </a:spcBef>
        <a:spcAft>
          <a:spcPct val="0"/>
        </a:spcAft>
        <a:defRPr sz="4000">
          <a:solidFill>
            <a:srgbClr val="FF0000"/>
          </a:solidFill>
          <a:latin typeface="+mj-lt"/>
          <a:ea typeface="+mj-ea"/>
          <a:cs typeface="+mj-cs"/>
        </a:defRPr>
      </a:lvl1pPr>
      <a:lvl2pPr algn="ctr" rtl="0" eaLnBrk="0" fontAlgn="base" hangingPunct="0">
        <a:spcBef>
          <a:spcPct val="0"/>
        </a:spcBef>
        <a:spcAft>
          <a:spcPct val="0"/>
        </a:spcAft>
        <a:defRPr sz="4000">
          <a:solidFill>
            <a:srgbClr val="FF0000"/>
          </a:solidFill>
          <a:latin typeface="Arial" pitchFamily="34" charset="0"/>
          <a:ea typeface="黑体" pitchFamily="2" charset="-122"/>
        </a:defRPr>
      </a:lvl2pPr>
      <a:lvl3pPr algn="ctr" rtl="0" eaLnBrk="0" fontAlgn="base" hangingPunct="0">
        <a:spcBef>
          <a:spcPct val="0"/>
        </a:spcBef>
        <a:spcAft>
          <a:spcPct val="0"/>
        </a:spcAft>
        <a:defRPr sz="4000">
          <a:solidFill>
            <a:srgbClr val="FF0000"/>
          </a:solidFill>
          <a:latin typeface="Arial" pitchFamily="34" charset="0"/>
          <a:ea typeface="黑体" pitchFamily="2" charset="-122"/>
        </a:defRPr>
      </a:lvl3pPr>
      <a:lvl4pPr algn="ctr" rtl="0" eaLnBrk="0" fontAlgn="base" hangingPunct="0">
        <a:spcBef>
          <a:spcPct val="0"/>
        </a:spcBef>
        <a:spcAft>
          <a:spcPct val="0"/>
        </a:spcAft>
        <a:defRPr sz="4000">
          <a:solidFill>
            <a:srgbClr val="FF0000"/>
          </a:solidFill>
          <a:latin typeface="Arial" pitchFamily="34" charset="0"/>
          <a:ea typeface="黑体" pitchFamily="2" charset="-122"/>
        </a:defRPr>
      </a:lvl4pPr>
      <a:lvl5pPr algn="ctr" rtl="0" eaLnBrk="0" fontAlgn="base" hangingPunct="0">
        <a:spcBef>
          <a:spcPct val="0"/>
        </a:spcBef>
        <a:spcAft>
          <a:spcPct val="0"/>
        </a:spcAft>
        <a:defRPr sz="4000">
          <a:solidFill>
            <a:srgbClr val="FF0000"/>
          </a:solidFill>
          <a:latin typeface="Arial" pitchFamily="34" charset="0"/>
          <a:ea typeface="黑体" pitchFamily="2" charset="-122"/>
        </a:defRPr>
      </a:lvl5pPr>
      <a:lvl6pPr marL="457200" algn="ctr" rtl="0" fontAlgn="base">
        <a:spcBef>
          <a:spcPct val="0"/>
        </a:spcBef>
        <a:spcAft>
          <a:spcPct val="0"/>
        </a:spcAft>
        <a:defRPr sz="4000">
          <a:solidFill>
            <a:srgbClr val="FF0000"/>
          </a:solidFill>
          <a:latin typeface="Arial" pitchFamily="34" charset="0"/>
          <a:ea typeface="黑体" pitchFamily="2" charset="-122"/>
        </a:defRPr>
      </a:lvl6pPr>
      <a:lvl7pPr marL="914400" algn="ctr" rtl="0" fontAlgn="base">
        <a:spcBef>
          <a:spcPct val="0"/>
        </a:spcBef>
        <a:spcAft>
          <a:spcPct val="0"/>
        </a:spcAft>
        <a:defRPr sz="4000">
          <a:solidFill>
            <a:srgbClr val="FF0000"/>
          </a:solidFill>
          <a:latin typeface="Arial" pitchFamily="34" charset="0"/>
          <a:ea typeface="黑体" pitchFamily="2" charset="-122"/>
        </a:defRPr>
      </a:lvl7pPr>
      <a:lvl8pPr marL="1371600" algn="ctr" rtl="0" fontAlgn="base">
        <a:spcBef>
          <a:spcPct val="0"/>
        </a:spcBef>
        <a:spcAft>
          <a:spcPct val="0"/>
        </a:spcAft>
        <a:defRPr sz="4000">
          <a:solidFill>
            <a:srgbClr val="FF0000"/>
          </a:solidFill>
          <a:latin typeface="Arial" pitchFamily="34" charset="0"/>
          <a:ea typeface="黑体" pitchFamily="2" charset="-122"/>
        </a:defRPr>
      </a:lvl8pPr>
      <a:lvl9pPr marL="1828800" algn="ctr" rtl="0" fontAlgn="base">
        <a:spcBef>
          <a:spcPct val="0"/>
        </a:spcBef>
        <a:spcAft>
          <a:spcPct val="0"/>
        </a:spcAft>
        <a:defRPr sz="4000">
          <a:solidFill>
            <a:srgbClr val="FF0000"/>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har char="•"/>
        <a:defRPr sz="3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FF"/>
          </a:solidFill>
          <a:latin typeface="+mn-lt"/>
          <a:ea typeface="+mn-ea"/>
        </a:defRPr>
      </a:lvl2pPr>
      <a:lvl3pPr marL="1143000" indent="-228600" algn="l" rtl="0" eaLnBrk="0" fontAlgn="base" hangingPunct="0">
        <a:spcBef>
          <a:spcPct val="20000"/>
        </a:spcBef>
        <a:spcAft>
          <a:spcPct val="0"/>
        </a:spcAft>
        <a:buChar char="•"/>
        <a:defRPr sz="2400">
          <a:solidFill>
            <a:srgbClr val="0000FF"/>
          </a:solidFill>
          <a:latin typeface="+mn-lt"/>
          <a:ea typeface="+mn-ea"/>
        </a:defRPr>
      </a:lvl3pPr>
      <a:lvl4pPr marL="1600200" indent="-228600" algn="l" rtl="0" eaLnBrk="0" fontAlgn="base" hangingPunct="0">
        <a:spcBef>
          <a:spcPct val="20000"/>
        </a:spcBef>
        <a:spcAft>
          <a:spcPct val="0"/>
        </a:spcAft>
        <a:buChar char="–"/>
        <a:defRPr sz="2000">
          <a:solidFill>
            <a:srgbClr val="0000FF"/>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A0CB50-6376-4D89-89D2-38485BB8F77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4808150"/>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6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45.xml"/><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5.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1689640" y="164242"/>
            <a:ext cx="576472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3300"/>
                </a:solidFill>
                <a:effectLst/>
                <a:uLnTx/>
                <a:uFillTx/>
                <a:latin typeface="Times New Roman" panose="02020603050405020304" pitchFamily="18" charset="0"/>
                <a:ea typeface="仿宋_GB2312" charset="-122"/>
                <a:cs typeface="Times New Roman" panose="02020603050405020304" pitchFamily="18" charset="0"/>
              </a:rPr>
              <a:t>中文</a:t>
            </a:r>
            <a:r>
              <a:rPr kumimoji="0" lang="en-US" altLang="zh-CN" sz="4400" b="1" i="0" u="none" strike="noStrike" kern="1200" cap="none" spc="0" normalizeH="0" baseline="0" noProof="0" dirty="0">
                <a:ln>
                  <a:noFill/>
                </a:ln>
                <a:solidFill>
                  <a:srgbClr val="FF3300"/>
                </a:solidFill>
                <a:effectLst/>
                <a:uLnTx/>
                <a:uFillTx/>
                <a:latin typeface="Times New Roman" panose="02020603050405020304" pitchFamily="18" charset="0"/>
                <a:ea typeface="仿宋_GB2312" charset="-122"/>
                <a:cs typeface="Times New Roman" panose="02020603050405020304" pitchFamily="18" charset="0"/>
              </a:rPr>
              <a:t>PPT</a:t>
            </a:r>
            <a:r>
              <a:rPr kumimoji="0" lang="zh-CN" altLang="en-US" sz="4400" b="1" i="0" u="none" strike="noStrike" kern="1200" cap="none" spc="0" normalizeH="0" baseline="0" noProof="0" dirty="0">
                <a:ln>
                  <a:noFill/>
                </a:ln>
                <a:solidFill>
                  <a:srgbClr val="FF3300"/>
                </a:solidFill>
                <a:effectLst/>
                <a:uLnTx/>
                <a:uFillTx/>
                <a:latin typeface="Times New Roman" panose="02020603050405020304" pitchFamily="18" charset="0"/>
                <a:ea typeface="仿宋_GB2312" charset="-122"/>
                <a:cs typeface="Times New Roman" panose="02020603050405020304" pitchFamily="18" charset="0"/>
              </a:rPr>
              <a:t>相关格式要求</a:t>
            </a:r>
          </a:p>
        </p:txBody>
      </p:sp>
      <p:sp>
        <p:nvSpPr>
          <p:cNvPr id="53252" name="Line 4">
            <a:hlinkClick r:id="" action="ppaction://noaction">
              <a:snd r:embed="rId3"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Arial"/>
              <a:ea typeface="黑体"/>
              <a:cs typeface="+mn-cs"/>
            </a:endParaRPr>
          </a:p>
        </p:txBody>
      </p:sp>
      <p:sp>
        <p:nvSpPr>
          <p:cNvPr id="5" name="Rectangle 2"/>
          <p:cNvSpPr>
            <a:spLocks noGrp="1" noChangeArrowheads="1"/>
          </p:cNvSpPr>
          <p:nvPr>
            <p:ph type="body" idx="4294967295"/>
          </p:nvPr>
        </p:nvSpPr>
        <p:spPr>
          <a:xfrm>
            <a:off x="179190" y="1030759"/>
            <a:ext cx="8640960" cy="5589240"/>
          </a:xfrm>
        </p:spPr>
        <p:txBody>
          <a:bodyPr>
            <a:normAutofit fontScale="25000" lnSpcReduction="20000"/>
          </a:bodyPr>
          <a:lstStyle/>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模版</a:t>
            </a:r>
            <a:r>
              <a:rPr lang="zh-CN" altLang="en-US" sz="60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统一</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用红头的模版，</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红色标头线上的标题字用微软雅黑，文本框左右与红线两端对齐后居中，红色抬头线以下文章内容都用黑体字体</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总体颜色用深蓝，即本字体和颜色</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突出的用红色</a:t>
            </a:r>
            <a:endParaRPr lang="en-US" altLang="zh-CN" sz="6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两端对齐，包括文本框中内容</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当然有些要居中，请判断好</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字要加重，即点“</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B</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每次做了什么工作都要记录，谁做了什么，放在第一页备注中，以备查考。</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页面尽量较满，字号可以较大，这样容易读</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页面允许前提下，可以</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1.5</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倍行距，有时可以</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2</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倍行距，行后</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0.5</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磅；</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段落上面首行空格（首行缩进</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1.7</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，具体根据文本文字大小调整，同时注意调整文本之前间距为</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0</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），见右边图片</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有些分行的，用箭头      字符表示</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用</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4:3</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比例</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PPT</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母版</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动画切换方式</a:t>
            </a:r>
            <a:r>
              <a:rPr lang="en-US" altLang="zh-CN" sz="6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6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幻灯片切换用鼠标单击</a:t>
            </a:r>
            <a:endParaRPr lang="en-US" altLang="zh-CN" sz="6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红框要与抬头的红线对齐，框里的字，加重“</a:t>
            </a:r>
            <a:r>
              <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rPr>
              <a:t>B</a:t>
            </a: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”，做的大些，具体参照文本字数及布局，见右边图片</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r>
              <a:rPr lang="zh-CN" altLang="en-US" sz="6400" b="1" dirty="0">
                <a:solidFill>
                  <a:srgbClr val="0000FF"/>
                </a:solidFill>
                <a:latin typeface="Times New Roman" panose="02020603050405020304" pitchFamily="18" charset="0"/>
                <a:ea typeface="黑体" pitchFamily="49" charset="-122"/>
                <a:cs typeface="Times New Roman" panose="02020603050405020304" pitchFamily="18" charset="0"/>
              </a:rPr>
              <a:t>提纲页内容不用首行缩进，文本内容尽量与标题红线对齐然后调整居中或者两端对齐；</a:t>
            </a:r>
            <a:endParaRPr lang="en-US" altLang="zh-CN" sz="6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114300" indent="0">
              <a:lnSpc>
                <a:spcPct val="110000"/>
              </a:lnSpc>
              <a:spcAft>
                <a:spcPct val="20000"/>
              </a:spcAft>
              <a:buNone/>
            </a:pPr>
            <a:br>
              <a:rPr lang="zh-CN" altLang="en-US" sz="3400" b="1" dirty="0">
                <a:solidFill>
                  <a:srgbClr val="0000FF"/>
                </a:solidFill>
                <a:latin typeface="Times New Roman" panose="02020603050405020304" pitchFamily="18" charset="0"/>
                <a:ea typeface="黑体" pitchFamily="49" charset="-122"/>
                <a:cs typeface="Times New Roman" panose="02020603050405020304" pitchFamily="18" charset="0"/>
              </a:rPr>
            </a:br>
            <a:endParaRPr lang="en-US" altLang="zh-CN" sz="3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endParaRPr lang="en-US" altLang="zh-CN" sz="3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114300" indent="0">
              <a:lnSpc>
                <a:spcPct val="110000"/>
              </a:lnSpc>
              <a:spcAft>
                <a:spcPct val="20000"/>
              </a:spcAft>
              <a:buNone/>
            </a:pPr>
            <a:endParaRPr lang="en-US" altLang="zh-CN" sz="2400" b="1" dirty="0">
              <a:solidFill>
                <a:srgbClr val="0000FF"/>
              </a:solidFill>
              <a:latin typeface="Times New Roman" panose="02020603050405020304" pitchFamily="18" charset="0"/>
              <a:ea typeface="黑体" pitchFamily="49" charset="-122"/>
              <a:cs typeface="Times New Roman" panose="02020603050405020304" pitchFamily="18" charset="0"/>
            </a:endParaRPr>
          </a:p>
          <a:p>
            <a:pPr marL="628650" indent="-514350">
              <a:lnSpc>
                <a:spcPct val="110000"/>
              </a:lnSpc>
              <a:spcAft>
                <a:spcPct val="20000"/>
              </a:spcAft>
              <a:buFont typeface="+mj-lt"/>
              <a:buAutoNum type="arabicPeriod"/>
            </a:pPr>
            <a:endParaRPr lang="en-US" altLang="zh-CN" sz="2400" b="1" dirty="0">
              <a:solidFill>
                <a:srgbClr val="0000FF"/>
              </a:solidFill>
              <a:latin typeface="Times New Roman" panose="02020603050405020304" pitchFamily="18" charset="0"/>
              <a:ea typeface="黑体" pitchFamily="49" charset="-122"/>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2915816" y="4797152"/>
            <a:ext cx="360040" cy="430048"/>
          </a:xfrm>
          <a:prstGeom prst="rect">
            <a:avLst/>
          </a:prstGeom>
        </p:spPr>
      </p:pic>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A0CB50-6376-4D89-89D2-38485BB8F778}"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0" y="4580128"/>
            <a:ext cx="4461550" cy="2071621"/>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0" y="1052513"/>
            <a:ext cx="4045908" cy="2592288"/>
          </a:xfrm>
          <a:prstGeom prst="rect">
            <a:avLst/>
          </a:prstGeom>
        </p:spPr>
      </p:pic>
    </p:spTree>
    <p:extLst>
      <p:ext uri="{BB962C8B-B14F-4D97-AF65-F5344CB8AC3E}">
        <p14:creationId xmlns:p14="http://schemas.microsoft.com/office/powerpoint/2010/main" val="211065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05593" y="2357477"/>
            <a:ext cx="8532813" cy="1296144"/>
          </a:xfrm>
        </p:spPr>
        <p:txBody>
          <a:bodyPr/>
          <a:lstStyle/>
          <a:p>
            <a:pPr eaLnBrk="1" hangingPunct="1">
              <a:lnSpc>
                <a:spcPct val="130000"/>
              </a:lnSpc>
            </a:pPr>
            <a:r>
              <a:rPr kumimoji="1" lang="zh-CN" altLang="en-US" sz="3200" b="1" dirty="0">
                <a:latin typeface="微软雅黑" panose="020B0503020204020204" pitchFamily="34" charset="-122"/>
                <a:ea typeface="微软雅黑" panose="020B0503020204020204" pitchFamily="34" charset="-122"/>
              </a:rPr>
              <a:t>题      目</a:t>
            </a:r>
            <a:br>
              <a:rPr kumimoji="1" lang="zh-CN" altLang="en-US" sz="3200" b="1" dirty="0">
                <a:latin typeface="微软雅黑" panose="020B0503020204020204" pitchFamily="34" charset="-122"/>
                <a:ea typeface="微软雅黑" panose="020B0503020204020204" pitchFamily="34" charset="-122"/>
              </a:rPr>
            </a:br>
            <a:endParaRPr kumimoji="1" lang="zh-CN" altLang="en-US" sz="3200" b="1" dirty="0">
              <a:latin typeface="微软雅黑" panose="020B0503020204020204" pitchFamily="34" charset="-122"/>
              <a:ea typeface="微软雅黑" panose="020B0503020204020204" pitchFamily="34" charset="-122"/>
            </a:endParaRPr>
          </a:p>
        </p:txBody>
      </p:sp>
      <p:sp>
        <p:nvSpPr>
          <p:cNvPr id="5123" name="Text Box 5"/>
          <p:cNvSpPr txBox="1">
            <a:spLocks noChangeArrowheads="1"/>
          </p:cNvSpPr>
          <p:nvPr/>
        </p:nvSpPr>
        <p:spPr bwMode="auto">
          <a:xfrm>
            <a:off x="1583842" y="5589240"/>
            <a:ext cx="5976317" cy="833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accent2"/>
                </a:solidFill>
                <a:latin typeface="Arial" panose="020B0604020202020204" pitchFamily="34" charset="0"/>
                <a:ea typeface="黑体" panose="02010609060101010101" pitchFamily="49" charset="-122"/>
              </a:defRPr>
            </a:lvl1pPr>
            <a:lvl2pPr marL="742950" indent="-285750">
              <a:spcBef>
                <a:spcPct val="20000"/>
              </a:spcBef>
              <a:buChar char="–"/>
              <a:defRPr sz="2800">
                <a:solidFill>
                  <a:srgbClr val="0000FF"/>
                </a:solidFill>
                <a:latin typeface="Arial" panose="020B0604020202020204" pitchFamily="34" charset="0"/>
                <a:ea typeface="黑体" panose="02010609060101010101" pitchFamily="49" charset="-122"/>
              </a:defRPr>
            </a:lvl2pPr>
            <a:lvl3pPr marL="1143000" indent="-228600">
              <a:spcBef>
                <a:spcPct val="20000"/>
              </a:spcBef>
              <a:buChar char="•"/>
              <a:defRPr sz="2400">
                <a:solidFill>
                  <a:srgbClr val="0000FF"/>
                </a:solidFill>
                <a:latin typeface="Arial" panose="020B0604020202020204" pitchFamily="34" charset="0"/>
                <a:ea typeface="黑体" panose="02010609060101010101" pitchFamily="49" charset="-122"/>
              </a:defRPr>
            </a:lvl3pPr>
            <a:lvl4pPr marL="1600200" indent="-228600">
              <a:spcBef>
                <a:spcPct val="20000"/>
              </a:spcBef>
              <a:buChar char="–"/>
              <a:defRPr sz="2000">
                <a:solidFill>
                  <a:srgbClr val="0000FF"/>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中国科学院大学</a:t>
            </a:r>
            <a:endParaRPr kumimoji="0" lang="en-US" altLang="zh-CN" sz="18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2020</a:t>
            </a:r>
            <a:r>
              <a:rPr kumimoji="0" lang="zh-CN" altLang="en-US" sz="16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年</a:t>
            </a:r>
            <a:r>
              <a:rPr kumimoji="0" lang="en-US" altLang="zh-CN" sz="16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XX</a:t>
            </a:r>
            <a:r>
              <a:rPr kumimoji="0" lang="zh-CN" altLang="en-US" sz="16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月</a:t>
            </a:r>
            <a:r>
              <a:rPr lang="en-US" altLang="zh-CN" sz="1600" dirty="0">
                <a:solidFill>
                  <a:srgbClr val="333399"/>
                </a:solidFill>
                <a:latin typeface="微软雅黑" panose="020B0503020204020204" pitchFamily="34" charset="-122"/>
                <a:ea typeface="微软雅黑" panose="020B0503020204020204" pitchFamily="34" charset="-122"/>
              </a:rPr>
              <a:t>XX</a:t>
            </a:r>
            <a:r>
              <a:rPr kumimoji="0" lang="zh-CN" altLang="en-US" sz="1600" b="0" i="0" u="none" strike="noStrike" kern="1200" cap="none" spc="0" normalizeH="0" baseline="0" noProof="0" dirty="0">
                <a:ln>
                  <a:noFill/>
                </a:ln>
                <a:solidFill>
                  <a:srgbClr val="333399"/>
                </a:solidFill>
                <a:effectLst/>
                <a:uLnTx/>
                <a:uFillTx/>
                <a:latin typeface="微软雅黑" panose="020B0503020204020204" pitchFamily="34" charset="-122"/>
                <a:ea typeface="微软雅黑" panose="020B0503020204020204" pitchFamily="34" charset="-122"/>
                <a:cs typeface="+mn-cs"/>
              </a:rPr>
              <a:t>日</a:t>
            </a:r>
          </a:p>
        </p:txBody>
      </p:sp>
      <p:graphicFrame>
        <p:nvGraphicFramePr>
          <p:cNvPr id="2" name="表格 1"/>
          <p:cNvGraphicFramePr>
            <a:graphicFrameLocks noGrp="1"/>
          </p:cNvGraphicFramePr>
          <p:nvPr>
            <p:extLst>
              <p:ext uri="{D42A27DB-BD31-4B8C-83A1-F6EECF244321}">
                <p14:modId xmlns:p14="http://schemas.microsoft.com/office/powerpoint/2010/main" val="3402910531"/>
              </p:ext>
            </p:extLst>
          </p:nvPr>
        </p:nvGraphicFramePr>
        <p:xfrm>
          <a:off x="2562447" y="3728049"/>
          <a:ext cx="4683094" cy="1403082"/>
        </p:xfrm>
        <a:graphic>
          <a:graphicData uri="http://schemas.openxmlformats.org/drawingml/2006/table">
            <a:tbl>
              <a:tblPr firstRow="1" bandRow="1">
                <a:tableStyleId>{5C22544A-7EE6-4342-B048-85BDC9FD1C3A}</a:tableStyleId>
              </a:tblPr>
              <a:tblGrid>
                <a:gridCol w="1424762">
                  <a:extLst>
                    <a:ext uri="{9D8B030D-6E8A-4147-A177-3AD203B41FA5}">
                      <a16:colId xmlns:a16="http://schemas.microsoft.com/office/drawing/2014/main" val="20000"/>
                    </a:ext>
                  </a:extLst>
                </a:gridCol>
                <a:gridCol w="3258332">
                  <a:extLst>
                    <a:ext uri="{9D8B030D-6E8A-4147-A177-3AD203B41FA5}">
                      <a16:colId xmlns:a16="http://schemas.microsoft.com/office/drawing/2014/main" val="20001"/>
                    </a:ext>
                  </a:extLst>
                </a:gridCol>
              </a:tblGrid>
              <a:tr h="472941">
                <a:tc>
                  <a:txBody>
                    <a:bodyPr/>
                    <a:lstStyle/>
                    <a:p>
                      <a:pPr algn="dist">
                        <a:lnSpc>
                          <a:spcPct val="100000"/>
                        </a:lnSpc>
                      </a:pPr>
                      <a:r>
                        <a:rPr lang="zh-CN" altLang="en-US" sz="2400" b="1" dirty="0">
                          <a:solidFill>
                            <a:srgbClr val="0000FF"/>
                          </a:solidFill>
                          <a:latin typeface="黑体" pitchFamily="49" charset="-122"/>
                          <a:ea typeface="黑体" pitchFamily="49" charset="-122"/>
                          <a:cs typeface="+mn-cs"/>
                        </a:rPr>
                        <a:t>汇 报 人：</a:t>
                      </a:r>
                      <a:endParaRPr lang="en-US" sz="2400" b="1" dirty="0">
                        <a:solidFill>
                          <a:srgbClr val="0000FF"/>
                        </a:solidFill>
                        <a:latin typeface="黑体" pitchFamily="49" charset="-122"/>
                        <a:ea typeface="黑体" pitchFamily="49"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nSpc>
                          <a:spcPct val="100000"/>
                        </a:lnSpc>
                      </a:pPr>
                      <a:r>
                        <a:rPr lang="zh-CN" altLang="en-US" sz="2400" b="1" dirty="0">
                          <a:solidFill>
                            <a:srgbClr val="0000FF"/>
                          </a:solidFill>
                          <a:latin typeface="黑体" pitchFamily="49" charset="-122"/>
                          <a:ea typeface="黑体" pitchFamily="49" charset="-122"/>
                          <a:cs typeface="+mn-cs"/>
                        </a:rPr>
                        <a:t>  </a:t>
                      </a:r>
                      <a:endParaRPr lang="en-US" sz="2400" b="1" dirty="0">
                        <a:solidFill>
                          <a:srgbClr val="0000FF"/>
                        </a:solidFill>
                        <a:latin typeface="黑体" pitchFamily="49" charset="-122"/>
                        <a:ea typeface="黑体" pitchFamily="49"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71">
                <a:tc>
                  <a:txBody>
                    <a:bodyPr/>
                    <a:lstStyle/>
                    <a:p>
                      <a:pPr marL="0" algn="dist" defTabSz="914400" rtl="0" eaLnBrk="1" latinLnBrk="0" hangingPunct="1">
                        <a:lnSpc>
                          <a:spcPct val="100000"/>
                        </a:lnSpc>
                      </a:pPr>
                      <a:r>
                        <a:rPr lang="zh-CN" altLang="en-US" sz="2400" b="1" kern="1200" dirty="0">
                          <a:solidFill>
                            <a:srgbClr val="0000FF"/>
                          </a:solidFill>
                          <a:latin typeface="黑体" pitchFamily="49" charset="-122"/>
                          <a:ea typeface="黑体" pitchFamily="49" charset="-122"/>
                          <a:cs typeface="+mn-cs"/>
                        </a:rPr>
                        <a:t>导    师：</a:t>
                      </a:r>
                      <a:endParaRPr lang="en-US" sz="2400" b="1" kern="1200" dirty="0">
                        <a:solidFill>
                          <a:srgbClr val="0000FF"/>
                        </a:solidFill>
                        <a:latin typeface="黑体" pitchFamily="49" charset="-122"/>
                        <a:ea typeface="黑体" pitchFamily="49" charset="-122"/>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dist" defTabSz="914400" rtl="0" eaLnBrk="1" latinLnBrk="0" hangingPunct="1">
                        <a:lnSpc>
                          <a:spcPct val="100000"/>
                        </a:lnSpc>
                      </a:pPr>
                      <a:r>
                        <a:rPr lang="en-US" altLang="zh-CN" sz="2400" b="1" kern="1200" dirty="0">
                          <a:solidFill>
                            <a:srgbClr val="0000FF"/>
                          </a:solidFill>
                          <a:latin typeface="黑体" pitchFamily="49" charset="-122"/>
                          <a:ea typeface="黑体" pitchFamily="49" charset="-122"/>
                          <a:cs typeface="+mn-cs"/>
                        </a:rPr>
                        <a:t>  </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2941">
                <a:tc>
                  <a:txBody>
                    <a:bodyPr/>
                    <a:lstStyle/>
                    <a:p>
                      <a:pPr marL="0" algn="dist" defTabSz="914400" rtl="0" eaLnBrk="1" latinLnBrk="0" hangingPunct="1">
                        <a:lnSpc>
                          <a:spcPct val="100000"/>
                        </a:lnSpc>
                      </a:pPr>
                      <a:r>
                        <a:rPr lang="zh-CN" altLang="en-US" sz="2400" b="1" kern="1200" dirty="0">
                          <a:solidFill>
                            <a:srgbClr val="0000FF"/>
                          </a:solidFill>
                          <a:latin typeface="黑体" pitchFamily="49" charset="-122"/>
                          <a:ea typeface="黑体" pitchFamily="49" charset="-122"/>
                          <a:cs typeface="+mn-cs"/>
                        </a:rPr>
                        <a:t>学科专业：</a:t>
                      </a:r>
                      <a:endParaRPr lang="en-US" sz="2400" b="1" kern="1200" dirty="0">
                        <a:solidFill>
                          <a:srgbClr val="0000FF"/>
                        </a:solidFill>
                        <a:latin typeface="黑体" pitchFamily="49" charset="-122"/>
                        <a:ea typeface="黑体" pitchFamily="49"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dist" defTabSz="914400" rtl="0" eaLnBrk="1" fontAlgn="auto" latinLnBrk="0" hangingPunct="1">
                        <a:lnSpc>
                          <a:spcPct val="100000"/>
                        </a:lnSpc>
                        <a:spcBef>
                          <a:spcPts val="0"/>
                        </a:spcBef>
                        <a:spcAft>
                          <a:spcPts val="0"/>
                        </a:spcAft>
                        <a:buClrTx/>
                        <a:buSzTx/>
                        <a:buFontTx/>
                        <a:buNone/>
                        <a:tabLst/>
                        <a:defRPr/>
                      </a:pPr>
                      <a:endParaRPr lang="en-US" altLang="zh-CN" sz="2400" b="1" kern="1200" dirty="0">
                        <a:solidFill>
                          <a:srgbClr val="0000FF"/>
                        </a:solidFill>
                        <a:latin typeface="黑体" pitchFamily="49" charset="-122"/>
                        <a:ea typeface="黑体" pitchFamily="49"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矩形 2"/>
          <p:cNvSpPr/>
          <p:nvPr/>
        </p:nvSpPr>
        <p:spPr>
          <a:xfrm>
            <a:off x="2694538" y="1196752"/>
            <a:ext cx="3791423" cy="523220"/>
          </a:xfrm>
          <a:prstGeom prst="rect">
            <a:avLst/>
          </a:prstGeom>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隶书" panose="02010509060101010101" pitchFamily="49" charset="-122"/>
                <a:ea typeface="隶书" panose="02010509060101010101" pitchFamily="49" charset="-122"/>
                <a:cs typeface="+mn-cs"/>
              </a:rPr>
              <a:t>城市环境遥感综述报告</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2920746" y="226080"/>
            <a:ext cx="3302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defRPr/>
            </a:pPr>
            <a:r>
              <a:rPr lang="en-US" altLang="zh-CN" sz="4000" b="1" dirty="0">
                <a:solidFill>
                  <a:srgbClr val="FF3300"/>
                </a:solidFill>
                <a:latin typeface="微软雅黑" panose="020B0503020204020204" pitchFamily="34" charset="-122"/>
                <a:ea typeface="微软雅黑" panose="020B0503020204020204" pitchFamily="34" charset="-122"/>
              </a:rPr>
              <a:t>  </a:t>
            </a:r>
            <a:r>
              <a:rPr lang="zh-CN" altLang="en-US" sz="4000" b="1" dirty="0">
                <a:solidFill>
                  <a:srgbClr val="FF3300"/>
                </a:solidFill>
                <a:latin typeface="微软雅黑" panose="020B0503020204020204" pitchFamily="34" charset="-122"/>
                <a:ea typeface="微软雅黑" panose="020B0503020204020204" pitchFamily="34" charset="-122"/>
              </a:rPr>
              <a:t>汇 报 提 纲  </a:t>
            </a:r>
          </a:p>
        </p:txBody>
      </p:sp>
      <p:sp>
        <p:nvSpPr>
          <p:cNvPr id="5" name="Rectangle 2"/>
          <p:cNvSpPr>
            <a:spLocks noGrp="1" noChangeArrowheads="1"/>
          </p:cNvSpPr>
          <p:nvPr>
            <p:ph idx="1"/>
          </p:nvPr>
        </p:nvSpPr>
        <p:spPr>
          <a:xfrm>
            <a:off x="1971368" y="1792287"/>
            <a:ext cx="7467600" cy="4929188"/>
          </a:xfrm>
        </p:spPr>
        <p:txBody>
          <a:bodyPr>
            <a:normAutofit/>
          </a:bodyPr>
          <a:lstStyle/>
          <a:p>
            <a:pPr marL="114300" indent="0" algn="just">
              <a:lnSpc>
                <a:spcPct val="110000"/>
              </a:lnSpc>
              <a:spcAft>
                <a:spcPct val="20000"/>
              </a:spcAft>
              <a:buNone/>
            </a:pPr>
            <a:r>
              <a:rPr lang="zh-CN" altLang="en-US" sz="4000" b="1" dirty="0">
                <a:solidFill>
                  <a:srgbClr val="FF0000"/>
                </a:solidFill>
                <a:latin typeface="黑体" pitchFamily="49" charset="-122"/>
                <a:ea typeface="黑体" pitchFamily="49" charset="-122"/>
              </a:rPr>
              <a:t>一、研究背景及意义</a:t>
            </a: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二、研究方法</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三、研究热点领域</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四、总结与讨论</a:t>
            </a:r>
            <a:endParaRPr lang="en-US" altLang="zh-CN" sz="4000" b="1" dirty="0">
              <a:solidFill>
                <a:srgbClr val="0000FF"/>
              </a:solidFill>
              <a:latin typeface="黑体" pitchFamily="49" charset="-122"/>
              <a:ea typeface="黑体" pitchFamily="49" charset="-122"/>
            </a:endParaRPr>
          </a:p>
        </p:txBody>
      </p:sp>
      <p:sp>
        <p:nvSpPr>
          <p:cNvPr id="2" name="灯片编号占位符 1">
            <a:extLst>
              <a:ext uri="{FF2B5EF4-FFF2-40B4-BE49-F238E27FC236}">
                <a16:creationId xmlns:a16="http://schemas.microsoft.com/office/drawing/2014/main" id="{F320E91A-6120-4A92-AD75-F6B0ADEFB5B9}"/>
              </a:ext>
            </a:extLst>
          </p:cNvPr>
          <p:cNvSpPr>
            <a:spLocks noGrp="1"/>
          </p:cNvSpPr>
          <p:nvPr>
            <p:ph type="sldNum" sz="quarter" idx="11"/>
          </p:nvPr>
        </p:nvSpPr>
        <p:spPr>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A0CB50-6376-4D89-89D2-38485BB8F778}" type="slidenum">
              <a:rPr lang="zh-CN" altLang="en-US" smtClean="0">
                <a:solidFill>
                  <a:prstClr val="black">
                    <a:tint val="75000"/>
                  </a:prstClr>
                </a:solidFill>
              </a:rPr>
              <a:pPr/>
              <a:t>3</a:t>
            </a:fld>
            <a:endParaRPr lang="zh-CN" altLang="en-US">
              <a:solidFill>
                <a:prstClr val="black">
                  <a:tint val="75000"/>
                </a:prstClr>
              </a:solidFill>
            </a:endParaRPr>
          </a:p>
        </p:txBody>
      </p:sp>
      <p:sp>
        <p:nvSpPr>
          <p:cNvPr id="4" name="文本框 3">
            <a:extLst>
              <a:ext uri="{FF2B5EF4-FFF2-40B4-BE49-F238E27FC236}">
                <a16:creationId xmlns:a16="http://schemas.microsoft.com/office/drawing/2014/main" id="{551A893F-8959-4C9D-B0D6-0595394141BB}"/>
              </a:ext>
            </a:extLst>
          </p:cNvPr>
          <p:cNvSpPr txBox="1"/>
          <p:nvPr/>
        </p:nvSpPr>
        <p:spPr>
          <a:xfrm>
            <a:off x="285136" y="5939423"/>
            <a:ext cx="8219767" cy="338554"/>
          </a:xfrm>
          <a:prstGeom prst="rect">
            <a:avLst/>
          </a:prstGeom>
          <a:noFill/>
        </p:spPr>
        <p:txBody>
          <a:bodyPr wrap="square" rtlCol="0">
            <a:spAutoFit/>
          </a:bodyPr>
          <a:lstStyle/>
          <a:p>
            <a:r>
              <a:rPr lang="zh-CN" altLang="en-US" sz="1600" dirty="0">
                <a:latin typeface="黑体" panose="02010609060101010101" pitchFamily="49" charset="-122"/>
                <a:ea typeface="黑体" panose="02010609060101010101" pitchFamily="49" charset="-122"/>
              </a:rPr>
              <a:t>注：这一页的提纲仅提供格式范式，同学们可自由发挥，以自己的综述报告逻辑框架为准。</a:t>
            </a:r>
          </a:p>
        </p:txBody>
      </p:sp>
    </p:spTree>
    <p:extLst>
      <p:ext uri="{BB962C8B-B14F-4D97-AF65-F5344CB8AC3E}">
        <p14:creationId xmlns:p14="http://schemas.microsoft.com/office/powerpoint/2010/main" val="421553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p:cNvSpPr txBox="1">
            <a:spLocks noChangeArrowheads="1"/>
          </p:cNvSpPr>
          <p:nvPr/>
        </p:nvSpPr>
        <p:spPr bwMode="auto">
          <a:xfrm>
            <a:off x="459579" y="188913"/>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0" fontAlgn="base" hangingPunct="0">
              <a:spcBef>
                <a:spcPct val="0"/>
              </a:spcBef>
              <a:spcAft>
                <a:spcPct val="0"/>
              </a:spcAft>
            </a:pPr>
            <a:r>
              <a:rPr lang="zh-CN" altLang="en-US" sz="4000" b="1" dirty="0">
                <a:solidFill>
                  <a:srgbClr val="FF0000"/>
                </a:solidFill>
                <a:latin typeface="Times New Roman" pitchFamily="18" charset="0"/>
                <a:ea typeface="微软雅黑" pitchFamily="34" charset="-122"/>
              </a:rPr>
              <a:t>一、研究背景及意义</a:t>
            </a:r>
          </a:p>
        </p:txBody>
      </p:sp>
      <p:sp>
        <p:nvSpPr>
          <p:cNvPr id="2" name="矩形 1">
            <a:extLst>
              <a:ext uri="{FF2B5EF4-FFF2-40B4-BE49-F238E27FC236}">
                <a16:creationId xmlns:a16="http://schemas.microsoft.com/office/drawing/2014/main" id="{A98CCD9F-CFC2-4453-AF43-454252429D4B}"/>
              </a:ext>
            </a:extLst>
          </p:cNvPr>
          <p:cNvSpPr/>
          <p:nvPr/>
        </p:nvSpPr>
        <p:spPr>
          <a:xfrm>
            <a:off x="413536" y="1224761"/>
            <a:ext cx="8316925" cy="3367397"/>
          </a:xfrm>
          <a:prstGeom prst="rect">
            <a:avLst/>
          </a:prstGeom>
        </p:spPr>
        <p:txBody>
          <a:bodyPr wrap="square">
            <a:spAutoFit/>
          </a:bodyPr>
          <a:lstStyle/>
          <a:p>
            <a:pPr indent="266700" algn="just">
              <a:lnSpc>
                <a:spcPct val="150000"/>
              </a:lnSpc>
              <a:spcAft>
                <a:spcPts val="0"/>
              </a:spcAft>
            </a:pP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城市植被可以降温增湿、缓解城市热岛效应；还能吸收大量空气污染物（</a:t>
            </a:r>
            <a:r>
              <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O</a:t>
            </a:r>
            <a:r>
              <a:rPr lang="en-US" altLang="zh-CN" b="1" kern="1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PM</a:t>
            </a:r>
            <a:r>
              <a:rPr lang="en-US" altLang="zh-CN" b="1" kern="1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10</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NO</a:t>
            </a:r>
            <a:r>
              <a:rPr lang="en-US" altLang="zh-CN" b="1" kern="1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SO</a:t>
            </a:r>
            <a:r>
              <a:rPr lang="en-US" altLang="zh-CN" b="1" kern="1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CO</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），提升空气质量。因而，城市植被可以被看作是对城市化环境问题的补偿。另一方面，城市植被减轻城市居民的精神压力，提供休憩娱乐的场所，有利于居民身心健康，提升城市宜居度。</a:t>
            </a:r>
          </a:p>
          <a:p>
            <a:pPr indent="266700" algn="just">
              <a:lnSpc>
                <a:spcPct val="150000"/>
              </a:lnSpc>
              <a:spcAft>
                <a:spcPts val="0"/>
              </a:spcAft>
            </a:pPr>
            <a:r>
              <a:rPr lang="zh-CN" altLang="zh-CN" b="1" kern="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城市绿度空间是指城市范围内为植被覆盖且具备一定生态服务效益的区域，主要包括城市森林、城市草地、街道行树、公园及湿地等。</a:t>
            </a:r>
            <a:r>
              <a:rPr lang="zh-CN" altLang="zh-CN" b="1"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城市绿度空间格局的变化是影响城市生态系统社会、经济与生态功能的重要因素，城市绿色空间格局的定量研究及其服务功能始终是城市生态系统研究的热点领域</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3" name="灯片编号占位符 2">
            <a:extLst>
              <a:ext uri="{FF2B5EF4-FFF2-40B4-BE49-F238E27FC236}">
                <a16:creationId xmlns:a16="http://schemas.microsoft.com/office/drawing/2014/main" id="{FB30F285-973A-414E-8415-C03149239FF5}"/>
              </a:ext>
            </a:extLst>
          </p:cNvPr>
          <p:cNvSpPr>
            <a:spLocks noGrp="1"/>
          </p:cNvSpPr>
          <p:nvPr>
            <p:ph type="sldNum" sz="quarter" idx="11"/>
          </p:nvPr>
        </p:nvSpPr>
        <p:spPr/>
        <p:txBody>
          <a:bodyPr/>
          <a:lstStyle/>
          <a:p>
            <a:pPr>
              <a:defRPr/>
            </a:pPr>
            <a:fld id="{90B3BEF5-1D40-4FF1-9669-405D8B434B84}" type="slidenum">
              <a:rPr lang="en-US" altLang="zh-CN" smtClean="0"/>
              <a:pPr>
                <a:defRPr/>
              </a:pPr>
              <a:t>4</a:t>
            </a:fld>
            <a:endParaRPr lang="en-US" altLang="zh-CN"/>
          </a:p>
        </p:txBody>
      </p:sp>
      <p:pic>
        <p:nvPicPr>
          <p:cNvPr id="7" name="图片 6">
            <a:extLst>
              <a:ext uri="{FF2B5EF4-FFF2-40B4-BE49-F238E27FC236}">
                <a16:creationId xmlns:a16="http://schemas.microsoft.com/office/drawing/2014/main" id="{B5311323-22F3-4BAD-9FEC-E673D11E922A}"/>
              </a:ext>
            </a:extLst>
          </p:cNvPr>
          <p:cNvPicPr>
            <a:picLocks noChangeAspect="1"/>
          </p:cNvPicPr>
          <p:nvPr/>
        </p:nvPicPr>
        <p:blipFill>
          <a:blip r:embed="rId3">
            <a:extLst>
              <a:ext uri="{28A0092B-C50C-407E-A947-70E740481C1C}">
                <a14:useLocalDpi xmlns:a14="http://schemas.microsoft.com/office/drawing/2010/main" val="0"/>
              </a:ext>
            </a:extLst>
          </a:blip>
          <a:srcRect t="17892" r="317" b="17245"/>
          <a:stretch>
            <a:fillRect/>
          </a:stretch>
        </p:blipFill>
        <p:spPr bwMode="auto">
          <a:xfrm>
            <a:off x="22415" y="4761708"/>
            <a:ext cx="251552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72AA50DC-3E56-4FF0-AC0D-66327D8D86AE}"/>
              </a:ext>
            </a:extLst>
          </p:cNvPr>
          <p:cNvPicPr>
            <a:picLocks noChangeAspect="1"/>
          </p:cNvPicPr>
          <p:nvPr/>
        </p:nvPicPr>
        <p:blipFill>
          <a:blip r:embed="rId4">
            <a:extLst>
              <a:ext uri="{28A0092B-C50C-407E-A947-70E740481C1C}">
                <a14:useLocalDpi xmlns:a14="http://schemas.microsoft.com/office/drawing/2010/main" val="0"/>
              </a:ext>
            </a:extLst>
          </a:blip>
          <a:srcRect l="4703" t="-630" r="15341"/>
          <a:stretch>
            <a:fillRect/>
          </a:stretch>
        </p:blipFill>
        <p:spPr bwMode="auto">
          <a:xfrm>
            <a:off x="6128136" y="4761706"/>
            <a:ext cx="290836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37BDC2C1-6C86-47FA-9A88-23DF128BA037}"/>
              </a:ext>
            </a:extLst>
          </p:cNvPr>
          <p:cNvPicPr>
            <a:picLocks noChangeAspect="1"/>
          </p:cNvPicPr>
          <p:nvPr/>
        </p:nvPicPr>
        <p:blipFill>
          <a:blip r:embed="rId5">
            <a:extLst>
              <a:ext uri="{28A0092B-C50C-407E-A947-70E740481C1C}">
                <a14:useLocalDpi xmlns:a14="http://schemas.microsoft.com/office/drawing/2010/main" val="0"/>
              </a:ext>
            </a:extLst>
          </a:blip>
          <a:srcRect r="1669" b="6386"/>
          <a:stretch>
            <a:fillRect/>
          </a:stretch>
        </p:blipFill>
        <p:spPr bwMode="auto">
          <a:xfrm>
            <a:off x="2652464" y="4761705"/>
            <a:ext cx="3359696"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714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2920746" y="226080"/>
            <a:ext cx="3302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defRPr/>
            </a:pPr>
            <a:r>
              <a:rPr lang="en-US" altLang="zh-CN" sz="4000" b="1" dirty="0">
                <a:solidFill>
                  <a:srgbClr val="FF3300"/>
                </a:solidFill>
                <a:latin typeface="微软雅黑" panose="020B0503020204020204" pitchFamily="34" charset="-122"/>
                <a:ea typeface="微软雅黑" panose="020B0503020204020204" pitchFamily="34" charset="-122"/>
              </a:rPr>
              <a:t>  </a:t>
            </a:r>
            <a:r>
              <a:rPr lang="zh-CN" altLang="en-US" sz="4000" b="1" dirty="0">
                <a:solidFill>
                  <a:srgbClr val="FF3300"/>
                </a:solidFill>
                <a:latin typeface="微软雅黑" panose="020B0503020204020204" pitchFamily="34" charset="-122"/>
                <a:ea typeface="微软雅黑" panose="020B0503020204020204" pitchFamily="34" charset="-122"/>
              </a:rPr>
              <a:t>汇 报 提 纲  </a:t>
            </a:r>
          </a:p>
        </p:txBody>
      </p:sp>
      <p:sp>
        <p:nvSpPr>
          <p:cNvPr id="5" name="Rectangle 2"/>
          <p:cNvSpPr>
            <a:spLocks noGrp="1" noChangeArrowheads="1"/>
          </p:cNvSpPr>
          <p:nvPr>
            <p:ph idx="1"/>
          </p:nvPr>
        </p:nvSpPr>
        <p:spPr>
          <a:xfrm>
            <a:off x="1971368" y="1792287"/>
            <a:ext cx="7467600" cy="4929188"/>
          </a:xfrm>
        </p:spPr>
        <p:txBody>
          <a:bodyPr>
            <a:normAutofit/>
          </a:bodyPr>
          <a:lstStyle/>
          <a:p>
            <a:pPr marL="114300" indent="0" algn="just">
              <a:lnSpc>
                <a:spcPct val="110000"/>
              </a:lnSpc>
              <a:spcAft>
                <a:spcPct val="20000"/>
              </a:spcAft>
              <a:buNone/>
            </a:pPr>
            <a:r>
              <a:rPr lang="zh-CN" altLang="en-US" sz="4000" b="1" dirty="0">
                <a:solidFill>
                  <a:srgbClr val="0000FF"/>
                </a:solidFill>
                <a:latin typeface="黑体" pitchFamily="49" charset="-122"/>
                <a:ea typeface="黑体" pitchFamily="49" charset="-122"/>
              </a:rPr>
              <a:t>一、研究背景及意义</a:t>
            </a:r>
          </a:p>
          <a:p>
            <a:pPr marL="114300" indent="0" algn="just" eaLnBrk="1" hangingPunct="1">
              <a:lnSpc>
                <a:spcPct val="110000"/>
              </a:lnSpc>
              <a:spcAft>
                <a:spcPct val="20000"/>
              </a:spcAft>
              <a:buNone/>
            </a:pPr>
            <a:r>
              <a:rPr lang="zh-CN" altLang="en-US" sz="4000" b="1" dirty="0">
                <a:solidFill>
                  <a:srgbClr val="FF0000"/>
                </a:solidFill>
                <a:latin typeface="黑体" pitchFamily="49" charset="-122"/>
                <a:ea typeface="黑体" pitchFamily="49" charset="-122"/>
              </a:rPr>
              <a:t>二、研究方法</a:t>
            </a:r>
            <a:endParaRPr lang="en-US" altLang="zh-CN" sz="4000" b="1" dirty="0">
              <a:solidFill>
                <a:srgbClr val="FF0000"/>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三、研究热点领域</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四、总结与讨论</a:t>
            </a:r>
            <a:endParaRPr lang="en-US" altLang="zh-CN" sz="4000" b="1" dirty="0">
              <a:solidFill>
                <a:srgbClr val="0000FF"/>
              </a:solidFill>
              <a:latin typeface="黑体" pitchFamily="49" charset="-122"/>
              <a:ea typeface="黑体" pitchFamily="49" charset="-122"/>
            </a:endParaRPr>
          </a:p>
        </p:txBody>
      </p:sp>
      <p:sp>
        <p:nvSpPr>
          <p:cNvPr id="2" name="灯片编号占位符 1">
            <a:extLst>
              <a:ext uri="{FF2B5EF4-FFF2-40B4-BE49-F238E27FC236}">
                <a16:creationId xmlns:a16="http://schemas.microsoft.com/office/drawing/2014/main" id="{F320E91A-6120-4A92-AD75-F6B0ADEFB5B9}"/>
              </a:ext>
            </a:extLst>
          </p:cNvPr>
          <p:cNvSpPr>
            <a:spLocks noGrp="1"/>
          </p:cNvSpPr>
          <p:nvPr>
            <p:ph type="sldNum" sz="quarter" idx="11"/>
          </p:nvPr>
        </p:nvSpPr>
        <p:spPr>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A0CB50-6376-4D89-89D2-38485BB8F778}" type="slidenum">
              <a:rPr lang="zh-CN" altLang="en-US" smtClean="0">
                <a:solidFill>
                  <a:prstClr val="black">
                    <a:tint val="75000"/>
                  </a:prstClr>
                </a:solidFill>
              </a:rPr>
              <a:pPr/>
              <a:t>5</a:t>
            </a:fld>
            <a:endParaRPr lang="zh-CN" altLang="en-US">
              <a:solidFill>
                <a:prstClr val="black">
                  <a:tint val="75000"/>
                </a:prstClr>
              </a:solidFill>
            </a:endParaRPr>
          </a:p>
        </p:txBody>
      </p:sp>
    </p:spTree>
    <p:extLst>
      <p:ext uri="{BB962C8B-B14F-4D97-AF65-F5344CB8AC3E}">
        <p14:creationId xmlns:p14="http://schemas.microsoft.com/office/powerpoint/2010/main" val="3491687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p:cNvSpPr txBox="1">
            <a:spLocks noChangeArrowheads="1"/>
          </p:cNvSpPr>
          <p:nvPr/>
        </p:nvSpPr>
        <p:spPr bwMode="auto">
          <a:xfrm>
            <a:off x="459580" y="175081"/>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0" fontAlgn="base" hangingPunct="0">
              <a:spcBef>
                <a:spcPct val="0"/>
              </a:spcBef>
              <a:spcAft>
                <a:spcPct val="0"/>
              </a:spcAft>
            </a:pPr>
            <a:r>
              <a:rPr lang="zh-CN" altLang="en-US" sz="4000" b="1" dirty="0">
                <a:solidFill>
                  <a:srgbClr val="FF0000"/>
                </a:solidFill>
                <a:latin typeface="Times New Roman" pitchFamily="18" charset="0"/>
                <a:ea typeface="微软雅黑" pitchFamily="34" charset="-122"/>
              </a:rPr>
              <a:t>二、研究方法</a:t>
            </a:r>
          </a:p>
        </p:txBody>
      </p:sp>
      <p:sp>
        <p:nvSpPr>
          <p:cNvPr id="3" name="矩形 2">
            <a:extLst>
              <a:ext uri="{FF2B5EF4-FFF2-40B4-BE49-F238E27FC236}">
                <a16:creationId xmlns:a16="http://schemas.microsoft.com/office/drawing/2014/main" id="{FAB7526D-4EC4-4047-8163-9C555C9920AF}"/>
              </a:ext>
            </a:extLst>
          </p:cNvPr>
          <p:cNvSpPr/>
          <p:nvPr/>
        </p:nvSpPr>
        <p:spPr>
          <a:xfrm>
            <a:off x="323850" y="1052513"/>
            <a:ext cx="8494877" cy="2120902"/>
          </a:xfrm>
          <a:prstGeom prst="rect">
            <a:avLst/>
          </a:prstGeom>
        </p:spPr>
        <p:txBody>
          <a:bodyPr wrap="square">
            <a:spAutoFit/>
          </a:bodyPr>
          <a:lstStyle/>
          <a:p>
            <a:pPr indent="266700" algn="just">
              <a:lnSpc>
                <a:spcPct val="150000"/>
              </a:lnSpc>
              <a:spcAft>
                <a:spcPts val="0"/>
              </a:spcAft>
            </a:pP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不同于其他城市设施，有确定的服务能力和覆盖范围，城市植被的服务功能与土地分配有关，绿度空间的大小、形状、紧密度、连续性等均能影响其生态服务效益，因此</a:t>
            </a:r>
            <a:r>
              <a:rPr lang="zh-CN" altLang="zh-CN" b="1"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对城市绿度空间的度量不仅局限于其数量特征，更多的则是考虑如何优化城市绿度空间的空间形态，以最好地发挥其生态效益为目标</a:t>
            </a:r>
            <a:r>
              <a:rPr lang="zh-CN"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indent="266700" algn="just">
              <a:lnSpc>
                <a:spcPct val="150000"/>
              </a:lnSpc>
              <a:spcAft>
                <a:spcPts val="0"/>
              </a:spcAft>
            </a:pPr>
            <a:r>
              <a:rPr lang="zh-CN" altLang="zh-CN" b="1"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对城市绿度空间的度量可分为基于数量指标的度量和基于景观结构的度量。</a:t>
            </a:r>
            <a:endParaRPr lang="en-US" altLang="zh-CN" b="1"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50B4550-7F6A-42F6-BCB0-6F208894388E}"/>
              </a:ext>
            </a:extLst>
          </p:cNvPr>
          <p:cNvSpPr>
            <a:spLocks noGrp="1"/>
          </p:cNvSpPr>
          <p:nvPr>
            <p:ph type="sldNum" sz="quarter" idx="11"/>
          </p:nvPr>
        </p:nvSpPr>
        <p:spPr/>
        <p:txBody>
          <a:bodyPr/>
          <a:lstStyle/>
          <a:p>
            <a:pPr>
              <a:defRPr/>
            </a:pPr>
            <a:fld id="{90B3BEF5-1D40-4FF1-9669-405D8B434B84}" type="slidenum">
              <a:rPr lang="en-US" altLang="zh-CN" smtClean="0"/>
              <a:pPr>
                <a:defRPr/>
              </a:pPr>
              <a:t>6</a:t>
            </a:fld>
            <a:endParaRPr lang="en-US" altLang="zh-CN"/>
          </a:p>
        </p:txBody>
      </p:sp>
      <p:sp>
        <p:nvSpPr>
          <p:cNvPr id="4" name="矩形: 圆角 3">
            <a:extLst>
              <a:ext uri="{FF2B5EF4-FFF2-40B4-BE49-F238E27FC236}">
                <a16:creationId xmlns:a16="http://schemas.microsoft.com/office/drawing/2014/main" id="{D99D3426-BA7D-4AD2-BC8E-B125980D3783}"/>
              </a:ext>
            </a:extLst>
          </p:cNvPr>
          <p:cNvSpPr/>
          <p:nvPr/>
        </p:nvSpPr>
        <p:spPr bwMode="auto">
          <a:xfrm>
            <a:off x="323850" y="3428999"/>
            <a:ext cx="3960118" cy="3292475"/>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A249C9B3-A187-4DEA-B883-486E6B11C848}"/>
              </a:ext>
            </a:extLst>
          </p:cNvPr>
          <p:cNvSpPr txBox="1"/>
          <p:nvPr/>
        </p:nvSpPr>
        <p:spPr>
          <a:xfrm>
            <a:off x="575717" y="3393013"/>
            <a:ext cx="3456384" cy="2805320"/>
          </a:xfrm>
          <a:prstGeom prst="rect">
            <a:avLst/>
          </a:prstGeom>
          <a:noFill/>
        </p:spPr>
        <p:txBody>
          <a:bodyPr wrap="square" rtlCol="0">
            <a:spAutoFit/>
          </a:bodyPr>
          <a:lstStyle/>
          <a:p>
            <a:pPr algn="ctr">
              <a:lnSpc>
                <a:spcPct val="150000"/>
              </a:lnSpc>
            </a:pP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数量指标</a:t>
            </a:r>
            <a:endPar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植被指数</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植被覆盖度</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人均绿地面积</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人均公园绿地面积</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矩形: 圆角 8">
            <a:extLst>
              <a:ext uri="{FF2B5EF4-FFF2-40B4-BE49-F238E27FC236}">
                <a16:creationId xmlns:a16="http://schemas.microsoft.com/office/drawing/2014/main" id="{6D568D66-193F-43D2-A1DB-854634239721}"/>
              </a:ext>
            </a:extLst>
          </p:cNvPr>
          <p:cNvSpPr/>
          <p:nvPr/>
        </p:nvSpPr>
        <p:spPr bwMode="auto">
          <a:xfrm>
            <a:off x="4860032" y="3413234"/>
            <a:ext cx="3960118" cy="3292475"/>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61A7F176-EED6-4DC0-8DA1-A67E144A97C5}"/>
              </a:ext>
            </a:extLst>
          </p:cNvPr>
          <p:cNvSpPr txBox="1"/>
          <p:nvPr/>
        </p:nvSpPr>
        <p:spPr>
          <a:xfrm>
            <a:off x="5111899" y="3377248"/>
            <a:ext cx="3456384" cy="3266985"/>
          </a:xfrm>
          <a:prstGeom prst="rect">
            <a:avLst/>
          </a:prstGeom>
          <a:noFill/>
        </p:spPr>
        <p:txBody>
          <a:bodyPr wrap="square" rtlCol="0">
            <a:spAutoFit/>
          </a:bodyPr>
          <a:lstStyle/>
          <a:p>
            <a:pPr algn="ctr">
              <a:lnSpc>
                <a:spcPct val="150000"/>
              </a:lnSpc>
            </a:pP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景观结构指标</a:t>
            </a:r>
            <a:endPar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斑块密度分析</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形状分析</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多样性分析</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可达性分析</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连通性分析</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3571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2920746" y="226080"/>
            <a:ext cx="3302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defRPr/>
            </a:pPr>
            <a:r>
              <a:rPr lang="en-US" altLang="zh-CN" sz="4000" b="1" dirty="0">
                <a:solidFill>
                  <a:srgbClr val="FF3300"/>
                </a:solidFill>
                <a:latin typeface="微软雅黑" panose="020B0503020204020204" pitchFamily="34" charset="-122"/>
                <a:ea typeface="微软雅黑" panose="020B0503020204020204" pitchFamily="34" charset="-122"/>
              </a:rPr>
              <a:t>  </a:t>
            </a:r>
            <a:r>
              <a:rPr lang="zh-CN" altLang="en-US" sz="4000" b="1" dirty="0">
                <a:solidFill>
                  <a:srgbClr val="FF3300"/>
                </a:solidFill>
                <a:latin typeface="微软雅黑" panose="020B0503020204020204" pitchFamily="34" charset="-122"/>
                <a:ea typeface="微软雅黑" panose="020B0503020204020204" pitchFamily="34" charset="-122"/>
              </a:rPr>
              <a:t>汇 报 提 纲  </a:t>
            </a:r>
          </a:p>
        </p:txBody>
      </p:sp>
      <p:sp>
        <p:nvSpPr>
          <p:cNvPr id="5" name="Rectangle 2"/>
          <p:cNvSpPr>
            <a:spLocks noGrp="1" noChangeArrowheads="1"/>
          </p:cNvSpPr>
          <p:nvPr>
            <p:ph idx="1"/>
          </p:nvPr>
        </p:nvSpPr>
        <p:spPr>
          <a:xfrm>
            <a:off x="1971368" y="1792287"/>
            <a:ext cx="7467600" cy="4929188"/>
          </a:xfrm>
        </p:spPr>
        <p:txBody>
          <a:bodyPr>
            <a:normAutofit/>
          </a:bodyPr>
          <a:lstStyle/>
          <a:p>
            <a:pPr marL="114300" indent="0" algn="just">
              <a:lnSpc>
                <a:spcPct val="110000"/>
              </a:lnSpc>
              <a:spcAft>
                <a:spcPct val="20000"/>
              </a:spcAft>
              <a:buNone/>
            </a:pPr>
            <a:r>
              <a:rPr lang="zh-CN" altLang="en-US" sz="4000" b="1" dirty="0">
                <a:solidFill>
                  <a:srgbClr val="0000FF"/>
                </a:solidFill>
                <a:latin typeface="黑体" pitchFamily="49" charset="-122"/>
                <a:ea typeface="黑体" pitchFamily="49" charset="-122"/>
              </a:rPr>
              <a:t>一、研究背景及意义</a:t>
            </a: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二、研究方法</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FF0000"/>
                </a:solidFill>
                <a:latin typeface="黑体" pitchFamily="49" charset="-122"/>
                <a:ea typeface="黑体" pitchFamily="49" charset="-122"/>
              </a:rPr>
              <a:t>三、研究热点领域</a:t>
            </a:r>
            <a:endParaRPr lang="en-US" altLang="zh-CN" sz="4000" b="1" dirty="0">
              <a:solidFill>
                <a:srgbClr val="FF0000"/>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四、总结与讨论</a:t>
            </a:r>
            <a:endParaRPr lang="en-US" altLang="zh-CN" sz="4000" b="1" dirty="0">
              <a:solidFill>
                <a:srgbClr val="0000FF"/>
              </a:solidFill>
              <a:latin typeface="黑体" pitchFamily="49" charset="-122"/>
              <a:ea typeface="黑体" pitchFamily="49" charset="-122"/>
            </a:endParaRPr>
          </a:p>
        </p:txBody>
      </p:sp>
      <p:sp>
        <p:nvSpPr>
          <p:cNvPr id="2" name="灯片编号占位符 1">
            <a:extLst>
              <a:ext uri="{FF2B5EF4-FFF2-40B4-BE49-F238E27FC236}">
                <a16:creationId xmlns:a16="http://schemas.microsoft.com/office/drawing/2014/main" id="{F320E91A-6120-4A92-AD75-F6B0ADEFB5B9}"/>
              </a:ext>
            </a:extLst>
          </p:cNvPr>
          <p:cNvSpPr>
            <a:spLocks noGrp="1"/>
          </p:cNvSpPr>
          <p:nvPr>
            <p:ph type="sldNum" sz="quarter" idx="11"/>
          </p:nvPr>
        </p:nvSpPr>
        <p:spPr>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A0CB50-6376-4D89-89D2-38485BB8F778}" type="slidenum">
              <a:rPr lang="zh-CN" altLang="en-US" smtClean="0">
                <a:solidFill>
                  <a:prstClr val="black">
                    <a:tint val="75000"/>
                  </a:prstClr>
                </a:solidFill>
              </a:rPr>
              <a:pPr/>
              <a:t>7</a:t>
            </a:fld>
            <a:endParaRPr lang="zh-CN" altLang="en-US">
              <a:solidFill>
                <a:prstClr val="black">
                  <a:tint val="75000"/>
                </a:prstClr>
              </a:solidFill>
            </a:endParaRPr>
          </a:p>
        </p:txBody>
      </p:sp>
    </p:spTree>
    <p:extLst>
      <p:ext uri="{BB962C8B-B14F-4D97-AF65-F5344CB8AC3E}">
        <p14:creationId xmlns:p14="http://schemas.microsoft.com/office/powerpoint/2010/main" val="2729473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Line 4">
            <a:hlinkClick r:id="" action="ppaction://noaction">
              <a:snd r:embed="rId3" name="laser.wav"/>
            </a:hlinkClick>
          </p:cNvPr>
          <p:cNvSpPr>
            <a:spLocks noChangeShapeType="1"/>
          </p:cNvSpPr>
          <p:nvPr/>
        </p:nvSpPr>
        <p:spPr bwMode="auto">
          <a:xfrm>
            <a:off x="323850" y="1052513"/>
            <a:ext cx="84963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黑体"/>
              <a:cs typeface="+mn-cs"/>
            </a:endParaRPr>
          </a:p>
        </p:txBody>
      </p:sp>
      <p:sp>
        <p:nvSpPr>
          <p:cNvPr id="2" name="灯片编号占位符 1">
            <a:extLst>
              <a:ext uri="{FF2B5EF4-FFF2-40B4-BE49-F238E27FC236}">
                <a16:creationId xmlns:a16="http://schemas.microsoft.com/office/drawing/2014/main" id="{EAB7396A-28CA-448A-8F3C-AD0C0BC7078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3BEF5-1D40-4FF1-9669-405D8B434B84}" type="slidenum">
              <a:rPr kumimoji="0" lang="en-US" altLang="zh-CN" sz="1400" b="0" i="0" u="none" strike="noStrike" kern="1200" cap="none" spc="0" normalizeH="0" baseline="0" noProof="0" smtClean="0">
                <a:ln>
                  <a:noFill/>
                </a:ln>
                <a:solidFill>
                  <a:srgbClr val="000000"/>
                </a:solidFill>
                <a:effectLst/>
                <a:uLnTx/>
                <a:uFillTx/>
                <a:latin typeface="Arial"/>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zh-CN" sz="1400" b="0" i="0" u="none" strike="noStrike" kern="1200" cap="none" spc="0" normalizeH="0" baseline="0" noProof="0">
              <a:ln>
                <a:noFill/>
              </a:ln>
              <a:solidFill>
                <a:srgbClr val="000000"/>
              </a:solidFill>
              <a:effectLst/>
              <a:uLnTx/>
              <a:uFillTx/>
              <a:latin typeface="Arial"/>
              <a:ea typeface="宋体" pitchFamily="2" charset="-122"/>
              <a:cs typeface="+mn-cs"/>
            </a:endParaRPr>
          </a:p>
        </p:txBody>
      </p:sp>
      <p:sp>
        <p:nvSpPr>
          <p:cNvPr id="7" name="Text Box 3">
            <a:extLst>
              <a:ext uri="{FF2B5EF4-FFF2-40B4-BE49-F238E27FC236}">
                <a16:creationId xmlns:a16="http://schemas.microsoft.com/office/drawing/2014/main" id="{CD1EDAD4-0F51-4B03-8541-FCEFE61CC56E}"/>
              </a:ext>
            </a:extLst>
          </p:cNvPr>
          <p:cNvSpPr txBox="1">
            <a:spLocks noChangeArrowheads="1"/>
          </p:cNvSpPr>
          <p:nvPr/>
        </p:nvSpPr>
        <p:spPr bwMode="auto">
          <a:xfrm>
            <a:off x="459580" y="175081"/>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1200" cap="none" spc="0" normalizeH="0" baseline="0" noProof="0" dirty="0">
                <a:ln>
                  <a:noFill/>
                </a:ln>
                <a:solidFill>
                  <a:srgbClr val="FF0000"/>
                </a:solidFill>
                <a:effectLst/>
                <a:uLnTx/>
                <a:uFillTx/>
                <a:latin typeface="Times New Roman" pitchFamily="18" charset="0"/>
                <a:ea typeface="微软雅黑" pitchFamily="34" charset="-122"/>
                <a:cs typeface="+mn-cs"/>
              </a:rPr>
              <a:t>三、研究热点领域</a:t>
            </a:r>
          </a:p>
        </p:txBody>
      </p:sp>
      <p:sp>
        <p:nvSpPr>
          <p:cNvPr id="19" name="Rectangle 4">
            <a:extLst>
              <a:ext uri="{FF2B5EF4-FFF2-40B4-BE49-F238E27FC236}">
                <a16:creationId xmlns:a16="http://schemas.microsoft.com/office/drawing/2014/main" id="{3673542B-7689-4B23-88C7-BEF77AE6A437}"/>
              </a:ext>
            </a:extLst>
          </p:cNvPr>
          <p:cNvSpPr>
            <a:spLocks noChangeArrowheads="1"/>
          </p:cNvSpPr>
          <p:nvPr/>
        </p:nvSpPr>
        <p:spPr bwMode="auto">
          <a:xfrm>
            <a:off x="336550" y="1125538"/>
            <a:ext cx="3371354" cy="431800"/>
          </a:xfrm>
          <a:prstGeom prst="rect">
            <a:avLst/>
          </a:prstGeom>
          <a:solidFill>
            <a:srgbClr val="C00000">
              <a:alpha val="84000"/>
            </a:srgbClr>
          </a:solidFill>
          <a:ln w="25400" cmpd="sng">
            <a:solidFill>
              <a:srgbClr val="FF3300"/>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黑体" pitchFamily="49" charset="-122"/>
                <a:ea typeface="黑体"/>
                <a:cs typeface="+mn-cs"/>
              </a:rPr>
              <a:t>城市绿度空间与生态环境</a:t>
            </a:r>
          </a:p>
        </p:txBody>
      </p:sp>
      <p:sp>
        <p:nvSpPr>
          <p:cNvPr id="8" name="矩形 7">
            <a:extLst>
              <a:ext uri="{FF2B5EF4-FFF2-40B4-BE49-F238E27FC236}">
                <a16:creationId xmlns:a16="http://schemas.microsoft.com/office/drawing/2014/main" id="{CD3BFC54-534E-4238-9291-EED5C2B8EC1D}"/>
              </a:ext>
            </a:extLst>
          </p:cNvPr>
          <p:cNvSpPr/>
          <p:nvPr/>
        </p:nvSpPr>
        <p:spPr>
          <a:xfrm>
            <a:off x="228958" y="1630362"/>
            <a:ext cx="8686082" cy="128990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城市冷岛效应（</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urban cool island, UCI</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）是城市绿度空间环境效益的研究热点。大量研究表明</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LST</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与</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NDVI</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LAI</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呈负相关</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，与不透水面积呈正相关。然而，城市中的绿地建设面积有限，研究人员则更加重视绿地的优化。</a:t>
            </a:r>
            <a:endParaRPr kumimoji="0" lang="zh-CN" altLang="en-US" sz="1800" b="1" i="0" u="none" strike="noStrike" kern="1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2224CE96-8748-4048-B26D-DC5507513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072" y="3226535"/>
            <a:ext cx="3834629" cy="3456384"/>
          </a:xfrm>
          <a:prstGeom prst="rect">
            <a:avLst/>
          </a:prstGeom>
        </p:spPr>
      </p:pic>
      <p:sp>
        <p:nvSpPr>
          <p:cNvPr id="3" name="矩形 2">
            <a:extLst>
              <a:ext uri="{FF2B5EF4-FFF2-40B4-BE49-F238E27FC236}">
                <a16:creationId xmlns:a16="http://schemas.microsoft.com/office/drawing/2014/main" id="{0E4128D0-98CB-41DB-8CB8-F545FCDF90EF}"/>
              </a:ext>
            </a:extLst>
          </p:cNvPr>
          <p:cNvSpPr/>
          <p:nvPr/>
        </p:nvSpPr>
        <p:spPr>
          <a:xfrm>
            <a:off x="4281076" y="3479987"/>
            <a:ext cx="4572000" cy="2633734"/>
          </a:xfrm>
          <a:prstGeom prst="rect">
            <a:avLst/>
          </a:prstGeom>
        </p:spPr>
        <p:txBody>
          <a:bodyP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1" i="0" u="none" strike="noStrike" kern="100" cap="none" spc="0" normalizeH="0" baseline="0" noProof="0" dirty="0" err="1">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Maimaitiyiming</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等基于移动窗口，研究了</a:t>
            </a:r>
            <a:r>
              <a:rPr kumimoji="0" lang="zh-CN" altLang="en-US"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绿地组成和配置与</a:t>
            </a:r>
            <a:r>
              <a:rPr kumimoji="0" lang="en-US" altLang="zh-CN"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LST</a:t>
            </a:r>
            <a:r>
              <a:rPr kumimoji="0" lang="zh-CN" altLang="en-US"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的相关关系</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，结果表明三个景观指数均与</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LST</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呈负相关，且相关性大小为景观比例（</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PLAND</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&gt;</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边缘密度（</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ED</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&gt;</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斑块密度（</a:t>
            </a:r>
            <a:r>
              <a:rPr kumimoji="0" lang="en-US" altLang="zh-CN"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PD</a:t>
            </a:r>
            <a:r>
              <a:rPr kumimoji="0" lang="zh-CN" altLang="en-US" sz="16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尽管植被组成对</a:t>
            </a:r>
            <a:r>
              <a:rPr kumimoji="0" lang="en-US" altLang="zh-CN"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LST</a:t>
            </a:r>
            <a:r>
              <a:rPr kumimoji="0" lang="zh-CN" altLang="en-US" sz="16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的影响大于植被空间配置，然而在绿地面积难以增加时，优化植被空间配置对缓解热岛效应非常重要</a:t>
            </a:r>
            <a:r>
              <a:rPr kumimoji="0" lang="zh-CN" altLang="en-US" sz="1600" b="1" i="0" u="none" strike="noStrike" kern="1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74915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B7396A-28CA-448A-8F3C-AD0C0BC7078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3BEF5-1D40-4FF1-9669-405D8B434B84}" type="slidenum">
              <a:rPr kumimoji="0" lang="en-US" altLang="zh-CN" sz="1400" b="0" i="0" u="none" strike="noStrike" kern="1200" cap="none" spc="0" normalizeH="0" baseline="0" noProof="0" smtClean="0">
                <a:ln>
                  <a:noFill/>
                </a:ln>
                <a:solidFill>
                  <a:srgbClr val="000000"/>
                </a:solidFill>
                <a:effectLst/>
                <a:uLnTx/>
                <a:uFillTx/>
                <a:latin typeface="Arial"/>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zh-CN" sz="1400" b="0" i="0" u="none" strike="noStrike" kern="1200" cap="none" spc="0" normalizeH="0" baseline="0" noProof="0">
              <a:ln>
                <a:noFill/>
              </a:ln>
              <a:solidFill>
                <a:srgbClr val="000000"/>
              </a:solidFill>
              <a:effectLst/>
              <a:uLnTx/>
              <a:uFillTx/>
              <a:latin typeface="Arial"/>
              <a:ea typeface="宋体" pitchFamily="2" charset="-122"/>
              <a:cs typeface="+mn-cs"/>
            </a:endParaRPr>
          </a:p>
        </p:txBody>
      </p:sp>
      <p:sp>
        <p:nvSpPr>
          <p:cNvPr id="7" name="Text Box 3">
            <a:extLst>
              <a:ext uri="{FF2B5EF4-FFF2-40B4-BE49-F238E27FC236}">
                <a16:creationId xmlns:a16="http://schemas.microsoft.com/office/drawing/2014/main" id="{CD1EDAD4-0F51-4B03-8541-FCEFE61CC56E}"/>
              </a:ext>
            </a:extLst>
          </p:cNvPr>
          <p:cNvSpPr txBox="1">
            <a:spLocks noChangeArrowheads="1"/>
          </p:cNvSpPr>
          <p:nvPr/>
        </p:nvSpPr>
        <p:spPr bwMode="auto">
          <a:xfrm>
            <a:off x="459580" y="175081"/>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1200" cap="none" spc="0" normalizeH="0" baseline="0" noProof="0" dirty="0">
                <a:ln>
                  <a:noFill/>
                </a:ln>
                <a:solidFill>
                  <a:srgbClr val="FF0000"/>
                </a:solidFill>
                <a:effectLst/>
                <a:uLnTx/>
                <a:uFillTx/>
                <a:latin typeface="Times New Roman" pitchFamily="18" charset="0"/>
                <a:ea typeface="微软雅黑" pitchFamily="34" charset="-122"/>
                <a:cs typeface="+mn-cs"/>
              </a:rPr>
              <a:t>三、研究热点领域</a:t>
            </a:r>
          </a:p>
        </p:txBody>
      </p:sp>
      <p:sp>
        <p:nvSpPr>
          <p:cNvPr id="19" name="Rectangle 4">
            <a:extLst>
              <a:ext uri="{FF2B5EF4-FFF2-40B4-BE49-F238E27FC236}">
                <a16:creationId xmlns:a16="http://schemas.microsoft.com/office/drawing/2014/main" id="{3673542B-7689-4B23-88C7-BEF77AE6A437}"/>
              </a:ext>
            </a:extLst>
          </p:cNvPr>
          <p:cNvSpPr>
            <a:spLocks noChangeArrowheads="1"/>
          </p:cNvSpPr>
          <p:nvPr/>
        </p:nvSpPr>
        <p:spPr bwMode="auto">
          <a:xfrm>
            <a:off x="336550" y="1125538"/>
            <a:ext cx="3371354" cy="431800"/>
          </a:xfrm>
          <a:prstGeom prst="rect">
            <a:avLst/>
          </a:prstGeom>
          <a:solidFill>
            <a:srgbClr val="C00000">
              <a:alpha val="84000"/>
            </a:srgbClr>
          </a:solidFill>
          <a:ln w="25400" cmpd="sng">
            <a:solidFill>
              <a:srgbClr val="FF3300"/>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黑体" pitchFamily="49" charset="-122"/>
                <a:ea typeface="黑体"/>
                <a:cs typeface="+mn-cs"/>
              </a:rPr>
              <a:t>城市绿度空间与社会经济</a:t>
            </a:r>
          </a:p>
        </p:txBody>
      </p:sp>
      <p:sp>
        <p:nvSpPr>
          <p:cNvPr id="11" name="矩形 10">
            <a:extLst>
              <a:ext uri="{FF2B5EF4-FFF2-40B4-BE49-F238E27FC236}">
                <a16:creationId xmlns:a16="http://schemas.microsoft.com/office/drawing/2014/main" id="{B91D9D70-8AD6-439F-952C-851290F41CAE}"/>
              </a:ext>
            </a:extLst>
          </p:cNvPr>
          <p:cNvSpPr/>
          <p:nvPr/>
        </p:nvSpPr>
        <p:spPr>
          <a:xfrm>
            <a:off x="161924" y="1556792"/>
            <a:ext cx="4626100" cy="128990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）社会服务功能评价。休憩与文化价值、防灾减灾功能、可达性</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）公平性研究。</a:t>
            </a:r>
          </a:p>
        </p:txBody>
      </p:sp>
      <p:pic>
        <p:nvPicPr>
          <p:cNvPr id="3" name="图片 2">
            <a:extLst>
              <a:ext uri="{FF2B5EF4-FFF2-40B4-BE49-F238E27FC236}">
                <a16:creationId xmlns:a16="http://schemas.microsoft.com/office/drawing/2014/main" id="{00CD5EF8-30E7-4551-9C9C-88EF54F40EA3}"/>
              </a:ext>
            </a:extLst>
          </p:cNvPr>
          <p:cNvPicPr>
            <a:picLocks noChangeAspect="1"/>
          </p:cNvPicPr>
          <p:nvPr/>
        </p:nvPicPr>
        <p:blipFill>
          <a:blip r:embed="rId3"/>
          <a:stretch>
            <a:fillRect/>
          </a:stretch>
        </p:blipFill>
        <p:spPr>
          <a:xfrm>
            <a:off x="5148064" y="1134374"/>
            <a:ext cx="3371354" cy="3346241"/>
          </a:xfrm>
          <a:prstGeom prst="rect">
            <a:avLst/>
          </a:prstGeom>
        </p:spPr>
      </p:pic>
      <p:pic>
        <p:nvPicPr>
          <p:cNvPr id="4" name="图片 3">
            <a:extLst>
              <a:ext uri="{FF2B5EF4-FFF2-40B4-BE49-F238E27FC236}">
                <a16:creationId xmlns:a16="http://schemas.microsoft.com/office/drawing/2014/main" id="{2329071F-8031-4301-8383-D6E6C8FC9B5F}"/>
              </a:ext>
            </a:extLst>
          </p:cNvPr>
          <p:cNvPicPr>
            <a:picLocks noChangeAspect="1"/>
          </p:cNvPicPr>
          <p:nvPr/>
        </p:nvPicPr>
        <p:blipFill>
          <a:blip r:embed="rId4"/>
          <a:stretch>
            <a:fillRect/>
          </a:stretch>
        </p:blipFill>
        <p:spPr>
          <a:xfrm>
            <a:off x="478904" y="4562475"/>
            <a:ext cx="7829550" cy="2295525"/>
          </a:xfrm>
          <a:prstGeom prst="rect">
            <a:avLst/>
          </a:prstGeom>
        </p:spPr>
      </p:pic>
      <p:sp>
        <p:nvSpPr>
          <p:cNvPr id="5" name="矩形 4">
            <a:extLst>
              <a:ext uri="{FF2B5EF4-FFF2-40B4-BE49-F238E27FC236}">
                <a16:creationId xmlns:a16="http://schemas.microsoft.com/office/drawing/2014/main" id="{77563FC6-EF29-436D-ABA3-B5F0FEBEB071}"/>
              </a:ext>
            </a:extLst>
          </p:cNvPr>
          <p:cNvSpPr/>
          <p:nvPr/>
        </p:nvSpPr>
        <p:spPr>
          <a:xfrm>
            <a:off x="-8063" y="2928557"/>
            <a:ext cx="5131381" cy="1289905"/>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Li</a:t>
            </a:r>
            <a:r>
              <a:rPr kumimoji="0" lang="zh-CN"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等利用</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Google</a:t>
            </a:r>
            <a:r>
              <a:rPr kumimoji="0" lang="zh-CN"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街景数据度量了波士顿城市街道绿化情况，并从居民年龄结构、学历、族裔等角度研究了街区尺度街道绿化的公平性</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43050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B7396A-28CA-448A-8F3C-AD0C0BC7078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3BEF5-1D40-4FF1-9669-405D8B434B84}" type="slidenum">
              <a:rPr kumimoji="0" lang="en-US" altLang="zh-CN" sz="1400" b="0" i="0" u="none" strike="noStrike" kern="1200" cap="none" spc="0" normalizeH="0" baseline="0" noProof="0" smtClean="0">
                <a:ln>
                  <a:noFill/>
                </a:ln>
                <a:solidFill>
                  <a:srgbClr val="000000"/>
                </a:solidFill>
                <a:effectLst/>
                <a:uLnTx/>
                <a:uFillTx/>
                <a:latin typeface="Arial"/>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altLang="zh-CN" sz="1400" b="0" i="0" u="none" strike="noStrike" kern="1200" cap="none" spc="0" normalizeH="0" baseline="0" noProof="0">
              <a:ln>
                <a:noFill/>
              </a:ln>
              <a:solidFill>
                <a:srgbClr val="000000"/>
              </a:solidFill>
              <a:effectLst/>
              <a:uLnTx/>
              <a:uFillTx/>
              <a:latin typeface="Arial"/>
              <a:ea typeface="宋体" pitchFamily="2" charset="-122"/>
              <a:cs typeface="+mn-cs"/>
            </a:endParaRPr>
          </a:p>
        </p:txBody>
      </p:sp>
      <p:sp>
        <p:nvSpPr>
          <p:cNvPr id="7" name="Text Box 3">
            <a:extLst>
              <a:ext uri="{FF2B5EF4-FFF2-40B4-BE49-F238E27FC236}">
                <a16:creationId xmlns:a16="http://schemas.microsoft.com/office/drawing/2014/main" id="{CD1EDAD4-0F51-4B03-8541-FCEFE61CC56E}"/>
              </a:ext>
            </a:extLst>
          </p:cNvPr>
          <p:cNvSpPr txBox="1">
            <a:spLocks noChangeArrowheads="1"/>
          </p:cNvSpPr>
          <p:nvPr/>
        </p:nvSpPr>
        <p:spPr bwMode="auto">
          <a:xfrm>
            <a:off x="459580" y="175081"/>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1200" cap="none" spc="0" normalizeH="0" baseline="0" noProof="0" dirty="0">
                <a:ln>
                  <a:noFill/>
                </a:ln>
                <a:solidFill>
                  <a:srgbClr val="FF0000"/>
                </a:solidFill>
                <a:effectLst/>
                <a:uLnTx/>
                <a:uFillTx/>
                <a:latin typeface="Times New Roman" pitchFamily="18" charset="0"/>
                <a:ea typeface="微软雅黑" pitchFamily="34" charset="-122"/>
                <a:cs typeface="+mn-cs"/>
              </a:rPr>
              <a:t>三、研究热点领域</a:t>
            </a:r>
          </a:p>
        </p:txBody>
      </p:sp>
      <p:sp>
        <p:nvSpPr>
          <p:cNvPr id="19" name="Rectangle 4">
            <a:extLst>
              <a:ext uri="{FF2B5EF4-FFF2-40B4-BE49-F238E27FC236}">
                <a16:creationId xmlns:a16="http://schemas.microsoft.com/office/drawing/2014/main" id="{3673542B-7689-4B23-88C7-BEF77AE6A437}"/>
              </a:ext>
            </a:extLst>
          </p:cNvPr>
          <p:cNvSpPr>
            <a:spLocks noChangeArrowheads="1"/>
          </p:cNvSpPr>
          <p:nvPr/>
        </p:nvSpPr>
        <p:spPr bwMode="auto">
          <a:xfrm>
            <a:off x="336550" y="1125538"/>
            <a:ext cx="3371354" cy="431800"/>
          </a:xfrm>
          <a:prstGeom prst="rect">
            <a:avLst/>
          </a:prstGeom>
          <a:solidFill>
            <a:srgbClr val="C00000">
              <a:alpha val="84000"/>
            </a:srgbClr>
          </a:solidFill>
          <a:ln w="25400" cmpd="sng">
            <a:solidFill>
              <a:srgbClr val="FF3300"/>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黑体" pitchFamily="49" charset="-122"/>
                <a:ea typeface="黑体"/>
                <a:cs typeface="+mn-cs"/>
              </a:rPr>
              <a:t>城市绿度空间配置</a:t>
            </a:r>
          </a:p>
        </p:txBody>
      </p:sp>
      <p:sp>
        <p:nvSpPr>
          <p:cNvPr id="9" name="矩形 8">
            <a:extLst>
              <a:ext uri="{FF2B5EF4-FFF2-40B4-BE49-F238E27FC236}">
                <a16:creationId xmlns:a16="http://schemas.microsoft.com/office/drawing/2014/main" id="{58699867-9DFD-40CB-A23B-758FE95121C1}"/>
              </a:ext>
            </a:extLst>
          </p:cNvPr>
          <p:cNvSpPr/>
          <p:nvPr/>
        </p:nvSpPr>
        <p:spPr>
          <a:xfrm>
            <a:off x="312573" y="1611903"/>
            <a:ext cx="8494877" cy="874407"/>
          </a:xfrm>
          <a:prstGeom prst="rect">
            <a:avLst/>
          </a:prstGeom>
        </p:spPr>
        <p:txBody>
          <a:bodyPr wrap="square">
            <a:spAutoFit/>
          </a:bodyPr>
          <a:lstStyle/>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建筑空间和绿度空间的平衡配置是城市景观格局研究的重要课题，多源高分辨率数据为该领域的研究提供了多种思路。</a:t>
            </a:r>
            <a:endPar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33684C5B-4CFD-495B-A908-4F9C2F77D691}"/>
              </a:ext>
            </a:extLst>
          </p:cNvPr>
          <p:cNvPicPr>
            <a:picLocks noChangeAspect="1"/>
          </p:cNvPicPr>
          <p:nvPr/>
        </p:nvPicPr>
        <p:blipFill>
          <a:blip r:embed="rId3"/>
          <a:stretch>
            <a:fillRect/>
          </a:stretch>
        </p:blipFill>
        <p:spPr>
          <a:xfrm>
            <a:off x="863143" y="3743744"/>
            <a:ext cx="2628737" cy="3114256"/>
          </a:xfrm>
          <a:prstGeom prst="rect">
            <a:avLst/>
          </a:prstGeom>
        </p:spPr>
      </p:pic>
      <p:sp>
        <p:nvSpPr>
          <p:cNvPr id="4" name="矩形 3">
            <a:extLst>
              <a:ext uri="{FF2B5EF4-FFF2-40B4-BE49-F238E27FC236}">
                <a16:creationId xmlns:a16="http://schemas.microsoft.com/office/drawing/2014/main" id="{D8ED1FDB-AEA6-4EA5-A83E-136E433291D6}"/>
              </a:ext>
            </a:extLst>
          </p:cNvPr>
          <p:cNvSpPr/>
          <p:nvPr/>
        </p:nvSpPr>
        <p:spPr>
          <a:xfrm>
            <a:off x="320470" y="2465568"/>
            <a:ext cx="8592781" cy="1289905"/>
          </a:xfrm>
          <a:prstGeom prst="rect">
            <a:avLst/>
          </a:prstGeom>
        </p:spPr>
        <p:txBody>
          <a:bodyPr wrap="square">
            <a:spAutoFit/>
          </a:bodyPr>
          <a:lstStyle/>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可见光：</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Wang</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等基于</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GF-2</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阴影提取，获得了建筑物高度，结合</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GF-2</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地物分类，构建了建筑物可视绿度指数（</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Building visual green </a:t>
            </a:r>
            <a:r>
              <a:rPr kumimoji="0" lang="en-US" altLang="zh-CN" sz="1800" b="1" i="0" u="none" strike="noStrike" kern="100" cap="none" spc="0" normalizeH="0" baseline="0" noProof="0" dirty="0" err="1">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index,BVGI</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），该指数能反映每一层楼居民对城市绿度空间的感受度。</a:t>
            </a:r>
            <a:endPar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C98B37D7-AF88-4469-B402-BD7DFC7C2208}"/>
              </a:ext>
            </a:extLst>
          </p:cNvPr>
          <p:cNvPicPr>
            <a:picLocks noChangeAspect="1"/>
          </p:cNvPicPr>
          <p:nvPr/>
        </p:nvPicPr>
        <p:blipFill>
          <a:blip r:embed="rId4"/>
          <a:stretch>
            <a:fillRect/>
          </a:stretch>
        </p:blipFill>
        <p:spPr>
          <a:xfrm>
            <a:off x="3696789" y="3743744"/>
            <a:ext cx="4691635" cy="3125008"/>
          </a:xfrm>
          <a:prstGeom prst="rect">
            <a:avLst/>
          </a:prstGeom>
        </p:spPr>
      </p:pic>
    </p:spTree>
    <p:extLst>
      <p:ext uri="{BB962C8B-B14F-4D97-AF65-F5344CB8AC3E}">
        <p14:creationId xmlns:p14="http://schemas.microsoft.com/office/powerpoint/2010/main" val="1240289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B7396A-28CA-448A-8F3C-AD0C0BC7078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B3BEF5-1D40-4FF1-9669-405D8B434B84}" type="slidenum">
              <a:rPr kumimoji="0" lang="en-US" altLang="zh-CN" sz="1400" b="0" i="0" u="none" strike="noStrike" kern="1200" cap="none" spc="0" normalizeH="0" baseline="0" noProof="0" smtClean="0">
                <a:ln>
                  <a:noFill/>
                </a:ln>
                <a:solidFill>
                  <a:srgbClr val="000000"/>
                </a:solidFill>
                <a:effectLst/>
                <a:uLnTx/>
                <a:uFillTx/>
                <a:latin typeface="Arial"/>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altLang="zh-CN" sz="1400" b="0" i="0" u="none" strike="noStrike" kern="1200" cap="none" spc="0" normalizeH="0" baseline="0" noProof="0">
              <a:ln>
                <a:noFill/>
              </a:ln>
              <a:solidFill>
                <a:srgbClr val="000000"/>
              </a:solidFill>
              <a:effectLst/>
              <a:uLnTx/>
              <a:uFillTx/>
              <a:latin typeface="Arial"/>
              <a:ea typeface="宋体" pitchFamily="2" charset="-122"/>
              <a:cs typeface="+mn-cs"/>
            </a:endParaRPr>
          </a:p>
        </p:txBody>
      </p:sp>
      <p:sp>
        <p:nvSpPr>
          <p:cNvPr id="7" name="Text Box 3">
            <a:extLst>
              <a:ext uri="{FF2B5EF4-FFF2-40B4-BE49-F238E27FC236}">
                <a16:creationId xmlns:a16="http://schemas.microsoft.com/office/drawing/2014/main" id="{CD1EDAD4-0F51-4B03-8541-FCEFE61CC56E}"/>
              </a:ext>
            </a:extLst>
          </p:cNvPr>
          <p:cNvSpPr txBox="1">
            <a:spLocks noChangeArrowheads="1"/>
          </p:cNvSpPr>
          <p:nvPr/>
        </p:nvSpPr>
        <p:spPr bwMode="auto">
          <a:xfrm>
            <a:off x="459580" y="175081"/>
            <a:ext cx="82248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1200" cap="none" spc="0" normalizeH="0" baseline="0" noProof="0" dirty="0">
                <a:ln>
                  <a:noFill/>
                </a:ln>
                <a:solidFill>
                  <a:srgbClr val="FF0000"/>
                </a:solidFill>
                <a:effectLst/>
                <a:uLnTx/>
                <a:uFillTx/>
                <a:latin typeface="Times New Roman" pitchFamily="18" charset="0"/>
                <a:ea typeface="微软雅黑" pitchFamily="34" charset="-122"/>
                <a:cs typeface="+mn-cs"/>
              </a:rPr>
              <a:t>三、研究热点领域</a:t>
            </a:r>
          </a:p>
        </p:txBody>
      </p:sp>
      <p:sp>
        <p:nvSpPr>
          <p:cNvPr id="19" name="Rectangle 4">
            <a:extLst>
              <a:ext uri="{FF2B5EF4-FFF2-40B4-BE49-F238E27FC236}">
                <a16:creationId xmlns:a16="http://schemas.microsoft.com/office/drawing/2014/main" id="{3673542B-7689-4B23-88C7-BEF77AE6A437}"/>
              </a:ext>
            </a:extLst>
          </p:cNvPr>
          <p:cNvSpPr>
            <a:spLocks noChangeArrowheads="1"/>
          </p:cNvSpPr>
          <p:nvPr/>
        </p:nvSpPr>
        <p:spPr bwMode="auto">
          <a:xfrm>
            <a:off x="336550" y="1125538"/>
            <a:ext cx="3371354" cy="431800"/>
          </a:xfrm>
          <a:prstGeom prst="rect">
            <a:avLst/>
          </a:prstGeom>
          <a:solidFill>
            <a:srgbClr val="C00000">
              <a:alpha val="84000"/>
            </a:srgbClr>
          </a:solidFill>
          <a:ln w="25400" cmpd="sng">
            <a:solidFill>
              <a:srgbClr val="FF3300"/>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黑体" pitchFamily="49" charset="-122"/>
                <a:ea typeface="黑体"/>
                <a:cs typeface="+mn-cs"/>
              </a:rPr>
              <a:t>城市绿度空间配置</a:t>
            </a:r>
          </a:p>
        </p:txBody>
      </p:sp>
      <p:sp>
        <p:nvSpPr>
          <p:cNvPr id="11" name="矩形 10">
            <a:extLst>
              <a:ext uri="{FF2B5EF4-FFF2-40B4-BE49-F238E27FC236}">
                <a16:creationId xmlns:a16="http://schemas.microsoft.com/office/drawing/2014/main" id="{0045FEE0-2348-48B3-A26D-92FE95C9100E}"/>
              </a:ext>
            </a:extLst>
          </p:cNvPr>
          <p:cNvSpPr/>
          <p:nvPr/>
        </p:nvSpPr>
        <p:spPr>
          <a:xfrm>
            <a:off x="336550" y="1653891"/>
            <a:ext cx="8494877" cy="1705403"/>
          </a:xfrm>
          <a:prstGeom prst="rect">
            <a:avLst/>
          </a:prstGeom>
        </p:spPr>
        <p:txBody>
          <a:bodyPr wrap="square">
            <a:spAutoFit/>
          </a:bodyPr>
          <a:lstStyle/>
          <a:p>
            <a:pPr marL="0" marR="0" lvl="0" indent="266700" algn="just"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可见光遥感数据提供了地物二维分布、植被质量（如植被指数、</a:t>
            </a:r>
            <a:r>
              <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LAI</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等）等信息，</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激光雷达</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(light detection and ranging</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LiDAR)</a:t>
            </a:r>
            <a:r>
              <a:rPr kumimoji="0" lang="zh-CN" altLang="en-US" sz="1800" b="1" i="0" u="none" strike="noStrike" kern="1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则为城市地物提供了高精度的三维度量</a:t>
            </a:r>
            <a:r>
              <a:rPr kumimoji="0" lang="zh-CN" altLang="en-US"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，建筑物高度、侧面积、体积以及植被高度等均可作为度量城市绿度空间和建筑空间配置的参数。</a:t>
            </a:r>
            <a:endParaRPr kumimoji="0" lang="en-US" altLang="zh-CN" sz="1800" b="1" i="0" u="none" strike="noStrike" kern="1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 name="图片 11">
            <a:extLst>
              <a:ext uri="{FF2B5EF4-FFF2-40B4-BE49-F238E27FC236}">
                <a16:creationId xmlns:a16="http://schemas.microsoft.com/office/drawing/2014/main" id="{673DCC54-4056-480A-8304-852ECC6DAB8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917288" y="3392695"/>
            <a:ext cx="5309421" cy="3402153"/>
          </a:xfrm>
          <a:prstGeom prst="rect">
            <a:avLst/>
          </a:prstGeom>
          <a:noFill/>
          <a:ln>
            <a:noFill/>
          </a:ln>
        </p:spPr>
      </p:pic>
    </p:spTree>
    <p:extLst>
      <p:ext uri="{BB962C8B-B14F-4D97-AF65-F5344CB8AC3E}">
        <p14:creationId xmlns:p14="http://schemas.microsoft.com/office/powerpoint/2010/main" val="3936066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2920746" y="226080"/>
            <a:ext cx="3302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defRPr/>
            </a:pPr>
            <a:r>
              <a:rPr lang="en-US" altLang="zh-CN" sz="4000" b="1" dirty="0">
                <a:solidFill>
                  <a:srgbClr val="FF3300"/>
                </a:solidFill>
                <a:latin typeface="微软雅黑" panose="020B0503020204020204" pitchFamily="34" charset="-122"/>
                <a:ea typeface="微软雅黑" panose="020B0503020204020204" pitchFamily="34" charset="-122"/>
              </a:rPr>
              <a:t>  </a:t>
            </a:r>
            <a:r>
              <a:rPr lang="zh-CN" altLang="en-US" sz="4000" b="1" dirty="0">
                <a:solidFill>
                  <a:srgbClr val="FF3300"/>
                </a:solidFill>
                <a:latin typeface="微软雅黑" panose="020B0503020204020204" pitchFamily="34" charset="-122"/>
                <a:ea typeface="微软雅黑" panose="020B0503020204020204" pitchFamily="34" charset="-122"/>
              </a:rPr>
              <a:t>汇 报 提 纲  </a:t>
            </a:r>
          </a:p>
        </p:txBody>
      </p:sp>
      <p:sp>
        <p:nvSpPr>
          <p:cNvPr id="5" name="Rectangle 2"/>
          <p:cNvSpPr>
            <a:spLocks noGrp="1" noChangeArrowheads="1"/>
          </p:cNvSpPr>
          <p:nvPr>
            <p:ph idx="1"/>
          </p:nvPr>
        </p:nvSpPr>
        <p:spPr>
          <a:xfrm>
            <a:off x="1971368" y="1792287"/>
            <a:ext cx="7467600" cy="4929188"/>
          </a:xfrm>
        </p:spPr>
        <p:txBody>
          <a:bodyPr>
            <a:normAutofit/>
          </a:bodyPr>
          <a:lstStyle/>
          <a:p>
            <a:pPr marL="114300" indent="0" algn="just">
              <a:lnSpc>
                <a:spcPct val="110000"/>
              </a:lnSpc>
              <a:spcAft>
                <a:spcPct val="20000"/>
              </a:spcAft>
              <a:buNone/>
            </a:pPr>
            <a:r>
              <a:rPr lang="zh-CN" altLang="en-US" sz="4000" b="1" dirty="0">
                <a:solidFill>
                  <a:srgbClr val="0000FF"/>
                </a:solidFill>
                <a:latin typeface="黑体" pitchFamily="49" charset="-122"/>
                <a:ea typeface="黑体" pitchFamily="49" charset="-122"/>
              </a:rPr>
              <a:t>一、研究背景及意义</a:t>
            </a: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二、研究方法</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0000FF"/>
                </a:solidFill>
                <a:latin typeface="黑体" pitchFamily="49" charset="-122"/>
                <a:ea typeface="黑体" pitchFamily="49" charset="-122"/>
              </a:rPr>
              <a:t>三、研究热点领域</a:t>
            </a:r>
            <a:endParaRPr lang="en-US" altLang="zh-CN" sz="4000" b="1" dirty="0">
              <a:solidFill>
                <a:srgbClr val="0000FF"/>
              </a:solidFill>
              <a:latin typeface="黑体" pitchFamily="49" charset="-122"/>
              <a:ea typeface="黑体" pitchFamily="49" charset="-122"/>
            </a:endParaRPr>
          </a:p>
          <a:p>
            <a:pPr marL="114300" indent="0" algn="just" eaLnBrk="1" hangingPunct="1">
              <a:lnSpc>
                <a:spcPct val="110000"/>
              </a:lnSpc>
              <a:spcAft>
                <a:spcPct val="20000"/>
              </a:spcAft>
              <a:buNone/>
            </a:pPr>
            <a:r>
              <a:rPr lang="zh-CN" altLang="en-US" sz="4000" b="1" dirty="0">
                <a:solidFill>
                  <a:srgbClr val="FF0000"/>
                </a:solidFill>
                <a:latin typeface="黑体" pitchFamily="49" charset="-122"/>
                <a:ea typeface="黑体" pitchFamily="49" charset="-122"/>
              </a:rPr>
              <a:t>四、总结与讨论</a:t>
            </a:r>
            <a:endParaRPr lang="en-US" altLang="zh-CN" sz="4000" b="1" dirty="0">
              <a:solidFill>
                <a:srgbClr val="FF0000"/>
              </a:solidFill>
              <a:latin typeface="黑体" pitchFamily="49" charset="-122"/>
              <a:ea typeface="黑体" pitchFamily="49" charset="-122"/>
            </a:endParaRPr>
          </a:p>
        </p:txBody>
      </p:sp>
      <p:sp>
        <p:nvSpPr>
          <p:cNvPr id="2" name="灯片编号占位符 1">
            <a:extLst>
              <a:ext uri="{FF2B5EF4-FFF2-40B4-BE49-F238E27FC236}">
                <a16:creationId xmlns:a16="http://schemas.microsoft.com/office/drawing/2014/main" id="{F320E91A-6120-4A92-AD75-F6B0ADEFB5B9}"/>
              </a:ext>
            </a:extLst>
          </p:cNvPr>
          <p:cNvSpPr>
            <a:spLocks noGrp="1"/>
          </p:cNvSpPr>
          <p:nvPr>
            <p:ph type="sldNum" sz="quarter" idx="11"/>
          </p:nvPr>
        </p:nvSpPr>
        <p:spPr>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A0CB50-6376-4D89-89D2-38485BB8F778}" type="slidenum">
              <a:rPr lang="zh-CN" altLang="en-US" smtClean="0">
                <a:solidFill>
                  <a:prstClr val="black">
                    <a:tint val="75000"/>
                  </a:prstClr>
                </a:solidFill>
              </a:rPr>
              <a:pPr/>
              <a:t>12</a:t>
            </a:fld>
            <a:endParaRPr lang="zh-CN" altLang="en-US">
              <a:solidFill>
                <a:prstClr val="black">
                  <a:tint val="75000"/>
                </a:prstClr>
              </a:solidFill>
            </a:endParaRPr>
          </a:p>
        </p:txBody>
      </p:sp>
    </p:spTree>
    <p:extLst>
      <p:ext uri="{BB962C8B-B14F-4D97-AF65-F5344CB8AC3E}">
        <p14:creationId xmlns:p14="http://schemas.microsoft.com/office/powerpoint/2010/main" val="1362853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p:cNvSpPr txBox="1">
            <a:spLocks noChangeArrowheads="1"/>
          </p:cNvSpPr>
          <p:nvPr/>
        </p:nvSpPr>
        <p:spPr bwMode="auto">
          <a:xfrm>
            <a:off x="3205063" y="128492"/>
            <a:ext cx="273387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0" fontAlgn="base" hangingPunct="0">
              <a:spcBef>
                <a:spcPct val="0"/>
              </a:spcBef>
              <a:spcAft>
                <a:spcPct val="0"/>
              </a:spcAft>
            </a:pPr>
            <a:r>
              <a:rPr lang="zh-CN" altLang="en-US" sz="4000" b="1" dirty="0">
                <a:solidFill>
                  <a:srgbClr val="FF0000"/>
                </a:solidFill>
                <a:latin typeface="Times New Roman" pitchFamily="18" charset="0"/>
                <a:ea typeface="微软雅黑" pitchFamily="34" charset="-122"/>
              </a:rPr>
              <a:t>参考文献</a:t>
            </a:r>
          </a:p>
        </p:txBody>
      </p:sp>
      <p:sp>
        <p:nvSpPr>
          <p:cNvPr id="2" name="矩形 1">
            <a:extLst>
              <a:ext uri="{FF2B5EF4-FFF2-40B4-BE49-F238E27FC236}">
                <a16:creationId xmlns:a16="http://schemas.microsoft.com/office/drawing/2014/main" id="{225D87AB-3FD0-4A48-95D9-4EF7F99F4B05}"/>
              </a:ext>
            </a:extLst>
          </p:cNvPr>
          <p:cNvSpPr/>
          <p:nvPr/>
        </p:nvSpPr>
        <p:spPr>
          <a:xfrm>
            <a:off x="164181" y="1164134"/>
            <a:ext cx="8815635" cy="5909310"/>
          </a:xfrm>
          <a:prstGeom prst="rect">
            <a:avLst/>
          </a:prstGeom>
        </p:spPr>
        <p:txBody>
          <a:bodyPr wrap="square">
            <a:spAutoFit/>
          </a:bodyPr>
          <a:lstStyle/>
          <a:p>
            <a:r>
              <a:rPr lang="en-US" altLang="zh-CN" sz="1400" dirty="0">
                <a:latin typeface="Times New Roman" panose="02020603050405020304" pitchFamily="18" charset="0"/>
                <a:cs typeface="Times New Roman" panose="02020603050405020304" pitchFamily="18" charset="0"/>
              </a:rPr>
              <a:t>Wang, Y., &amp; Zacharias, J. (2015). Landscape modification for ambient environmental improvement in central business districts – A case from Beijing. Urban </a:t>
            </a:r>
            <a:r>
              <a:rPr lang="en-US" altLang="zh-CN" sz="1400" dirty="0" err="1">
                <a:latin typeface="Times New Roman" panose="02020603050405020304" pitchFamily="18" charset="0"/>
                <a:cs typeface="Times New Roman" panose="02020603050405020304" pitchFamily="18" charset="0"/>
              </a:rPr>
              <a:t>Forestry&amp;Urban</a:t>
            </a:r>
            <a:r>
              <a:rPr lang="en-US" altLang="zh-CN" sz="1400" dirty="0">
                <a:latin typeface="Times New Roman" panose="02020603050405020304" pitchFamily="18" charset="0"/>
                <a:cs typeface="Times New Roman" panose="02020603050405020304" pitchFamily="18" charset="0"/>
              </a:rPr>
              <a:t> Greening, 14, 8-18</a:t>
            </a:r>
            <a:endParaRPr lang="zh-CN" altLang="zh-CN" sz="1400" dirty="0">
              <a:latin typeface="Times New Roman" panose="02020603050405020304" pitchFamily="18" charset="0"/>
              <a:cs typeface="Times New Roman" panose="02020603050405020304" pitchFamily="18" charset="0"/>
            </a:endParaRPr>
          </a:p>
          <a:p>
            <a:r>
              <a:rPr lang="en-US" altLang="zh-CN" sz="1400" dirty="0" err="1">
                <a:latin typeface="Times New Roman" panose="02020603050405020304" pitchFamily="18" charset="0"/>
                <a:cs typeface="Times New Roman" panose="02020603050405020304" pitchFamily="18" charset="0"/>
              </a:rPr>
              <a:t>Wania</a:t>
            </a:r>
            <a:r>
              <a:rPr lang="en-US" altLang="zh-CN" sz="1400" dirty="0">
                <a:latin typeface="Times New Roman" panose="02020603050405020304" pitchFamily="18" charset="0"/>
                <a:cs typeface="Times New Roman" panose="02020603050405020304" pitchFamily="18" charset="0"/>
              </a:rPr>
              <a:t>, A., </a:t>
            </a:r>
            <a:r>
              <a:rPr lang="en-US" altLang="zh-CN" sz="1400" dirty="0" err="1">
                <a:latin typeface="Times New Roman" panose="02020603050405020304" pitchFamily="18" charset="0"/>
                <a:cs typeface="Times New Roman" panose="02020603050405020304" pitchFamily="18" charset="0"/>
              </a:rPr>
              <a:t>Bruse</a:t>
            </a:r>
            <a:r>
              <a:rPr lang="en-US" altLang="zh-CN" sz="1400" dirty="0">
                <a:latin typeface="Times New Roman" panose="02020603050405020304" pitchFamily="18" charset="0"/>
                <a:cs typeface="Times New Roman" panose="02020603050405020304" pitchFamily="18" charset="0"/>
              </a:rPr>
              <a:t>, M., Blond, N., &amp; Weber, C. (2012). </a:t>
            </a:r>
            <a:r>
              <a:rPr lang="en-US" altLang="zh-CN" sz="1400" dirty="0" err="1">
                <a:latin typeface="Times New Roman" panose="02020603050405020304" pitchFamily="18" charset="0"/>
                <a:cs typeface="Times New Roman" panose="02020603050405020304" pitchFamily="18" charset="0"/>
              </a:rPr>
              <a:t>Analysing</a:t>
            </a:r>
            <a:r>
              <a:rPr lang="en-US" altLang="zh-CN" sz="1400" dirty="0">
                <a:latin typeface="Times New Roman" panose="02020603050405020304" pitchFamily="18" charset="0"/>
                <a:cs typeface="Times New Roman" panose="02020603050405020304" pitchFamily="18" charset="0"/>
              </a:rPr>
              <a:t> the influence of different street vegetation on traffic-induced particle dispersion using microscale simulations. Journal of Environmental Management, 94, 91-101</a:t>
            </a:r>
          </a:p>
          <a:p>
            <a:r>
              <a:rPr lang="en-US" altLang="zh-CN" sz="1400" dirty="0">
                <a:latin typeface="Times New Roman" panose="02020603050405020304" pitchFamily="18" charset="0"/>
                <a:cs typeface="Times New Roman" panose="02020603050405020304" pitchFamily="18" charset="0"/>
              </a:rPr>
              <a:t>Yang, G., Zhao, Y., Xing, H., Fu, Y., Liu, G., Kang, X., &amp; Mai, X. (2020). Understanding the changes in spatial fairness of urban greenery using time-series remote sensing images: A case study of Guangdong-Hong Kong-Macao Greater Bay. Science of Total Environment, 715, 136763</a:t>
            </a:r>
          </a:p>
          <a:p>
            <a:r>
              <a:rPr lang="en-US" altLang="zh-CN" sz="1400" dirty="0">
                <a:latin typeface="Times New Roman" panose="02020603050405020304" pitchFamily="18" charset="0"/>
                <a:cs typeface="Times New Roman" panose="02020603050405020304" pitchFamily="18" charset="0"/>
              </a:rPr>
              <a:t>Yang, J., Sun, J., Ge, Q., &amp; Li, X. (2017). Assessing the impacts of urbanization-associated green space on urban land surface temperature: A case study of Dalian, China. Urban Forestry &amp; Urban Greening, 22, 1-10</a:t>
            </a:r>
          </a:p>
          <a:p>
            <a:r>
              <a:rPr lang="en-US" altLang="zh-CN" sz="1400" dirty="0">
                <a:latin typeface="Times New Roman" panose="02020603050405020304" pitchFamily="18" charset="0"/>
                <a:cs typeface="Times New Roman" panose="02020603050405020304" pitchFamily="18" charset="0"/>
              </a:rPr>
              <a:t>Zhang, X., </a:t>
            </a:r>
            <a:r>
              <a:rPr lang="en-US" altLang="zh-CN" sz="1400" dirty="0" err="1">
                <a:latin typeface="Times New Roman" panose="02020603050405020304" pitchFamily="18" charset="0"/>
                <a:cs typeface="Times New Roman" panose="02020603050405020304" pitchFamily="18" charset="0"/>
              </a:rPr>
              <a:t>Dexiang</a:t>
            </a:r>
            <a:r>
              <a:rPr lang="en-US" altLang="zh-CN" sz="1400" dirty="0">
                <a:latin typeface="Times New Roman" panose="02020603050405020304" pitchFamily="18" charset="0"/>
                <a:cs typeface="Times New Roman" panose="02020603050405020304" pitchFamily="18" charset="0"/>
              </a:rPr>
              <a:t>, W., </a:t>
            </a:r>
            <a:r>
              <a:rPr lang="en-US" altLang="zh-CN" sz="1400" dirty="0" err="1">
                <a:latin typeface="Times New Roman" panose="02020603050405020304" pitchFamily="18" charset="0"/>
                <a:cs typeface="Times New Roman" panose="02020603050405020304" pitchFamily="18" charset="0"/>
              </a:rPr>
              <a:t>Hongke</a:t>
            </a:r>
            <a:r>
              <a:rPr lang="en-US" altLang="zh-CN" sz="1400" dirty="0">
                <a:latin typeface="Times New Roman" panose="02020603050405020304" pitchFamily="18" charset="0"/>
                <a:cs typeface="Times New Roman" panose="02020603050405020304" pitchFamily="18" charset="0"/>
              </a:rPr>
              <a:t>, H., Fangfang, Z., &amp; </a:t>
            </a:r>
            <a:r>
              <a:rPr lang="en-US" altLang="zh-CN" sz="1400" dirty="0" err="1">
                <a:latin typeface="Times New Roman" panose="02020603050405020304" pitchFamily="18" charset="0"/>
                <a:cs typeface="Times New Roman" panose="02020603050405020304" pitchFamily="18" charset="0"/>
              </a:rPr>
              <a:t>Youning</a:t>
            </a:r>
            <a:r>
              <a:rPr lang="en-US" altLang="zh-CN" sz="1400" dirty="0">
                <a:latin typeface="Times New Roman" panose="02020603050405020304" pitchFamily="18" charset="0"/>
                <a:cs typeface="Times New Roman" panose="02020603050405020304" pitchFamily="18" charset="0"/>
              </a:rPr>
              <a:t>, H. (2017). Effects of Land Use/Cover Changes and Urban Forest Configuration on Urban Heat Islands in a Loess Hilly Region: Case Study Based on </a:t>
            </a:r>
            <a:r>
              <a:rPr lang="en-US" altLang="zh-CN" sz="1400" dirty="0" err="1">
                <a:latin typeface="Times New Roman" panose="02020603050405020304" pitchFamily="18" charset="0"/>
                <a:cs typeface="Times New Roman" panose="02020603050405020304" pitchFamily="18" charset="0"/>
              </a:rPr>
              <a:t>Yan’an</a:t>
            </a:r>
            <a:r>
              <a:rPr lang="en-US" altLang="zh-CN" sz="1400" dirty="0">
                <a:latin typeface="Times New Roman" panose="02020603050405020304" pitchFamily="18" charset="0"/>
                <a:cs typeface="Times New Roman" panose="02020603050405020304" pitchFamily="18" charset="0"/>
              </a:rPr>
              <a:t> City, China. International Journal of Environmental Research and Public Health, 14, 840-</a:t>
            </a:r>
            <a:endParaRPr lang="zh-CN"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Zhou, X., &amp; Kim, J. (2013). Social disparities in tree canopy and park accessibility: A case study of six cities in Illinois using GIS and remote sensing. Urban Forestry &amp; Urban Greening, 12, 88-97</a:t>
            </a:r>
          </a:p>
          <a:p>
            <a:r>
              <a:rPr lang="zh-CN" altLang="en-US" sz="1400" dirty="0">
                <a:latin typeface="Times New Roman" panose="02020603050405020304" pitchFamily="18" charset="0"/>
                <a:cs typeface="Times New Roman" panose="02020603050405020304" pitchFamily="18" charset="0"/>
              </a:rPr>
              <a:t>程好好</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曾辉</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汪自书</a:t>
            </a:r>
            <a:r>
              <a:rPr lang="en-US" altLang="zh-CN" sz="1400" dirty="0">
                <a:latin typeface="Times New Roman" panose="02020603050405020304" pitchFamily="18" charset="0"/>
                <a:cs typeface="Times New Roman" panose="02020603050405020304" pitchFamily="18" charset="0"/>
              </a:rPr>
              <a:t>, &amp; </a:t>
            </a:r>
            <a:r>
              <a:rPr lang="zh-CN" altLang="en-US" sz="1400" dirty="0">
                <a:latin typeface="Times New Roman" panose="02020603050405020304" pitchFamily="18" charset="0"/>
                <a:cs typeface="Times New Roman" panose="02020603050405020304" pitchFamily="18" charset="0"/>
              </a:rPr>
              <a:t>简霞 </a:t>
            </a:r>
            <a:r>
              <a:rPr lang="en-US" altLang="zh-CN" sz="1400" dirty="0">
                <a:latin typeface="Times New Roman" panose="02020603050405020304" pitchFamily="18" charset="0"/>
                <a:cs typeface="Times New Roman" panose="02020603050405020304" pitchFamily="18" charset="0"/>
              </a:rPr>
              <a:t>(2009). </a:t>
            </a:r>
            <a:r>
              <a:rPr lang="zh-CN" altLang="en-US" sz="1400" dirty="0">
                <a:latin typeface="Times New Roman" panose="02020603050405020304" pitchFamily="18" charset="0"/>
                <a:cs typeface="Times New Roman" panose="02020603050405020304" pitchFamily="18" charset="0"/>
              </a:rPr>
              <a:t>城市绿地类型及格局特征与地表温度的关系</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以深圳特区为例</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北京大学学报</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自然科学版</a:t>
            </a:r>
            <a:r>
              <a:rPr lang="en-US" altLang="zh-CN" sz="1400" dirty="0">
                <a:latin typeface="Times New Roman" panose="02020603050405020304" pitchFamily="18" charset="0"/>
                <a:cs typeface="Times New Roman" panose="02020603050405020304" pitchFamily="18" charset="0"/>
              </a:rPr>
              <a:t>), 45, 495-501</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付凤杰</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刘珍环</a:t>
            </a:r>
            <a:r>
              <a:rPr lang="en-US" altLang="zh-CN" sz="1400" dirty="0">
                <a:latin typeface="Times New Roman" panose="02020603050405020304" pitchFamily="18" charset="0"/>
                <a:cs typeface="Times New Roman" panose="02020603050405020304" pitchFamily="18" charset="0"/>
              </a:rPr>
              <a:t>, &amp; </a:t>
            </a:r>
            <a:r>
              <a:rPr lang="zh-CN" altLang="zh-CN" sz="1400" dirty="0">
                <a:latin typeface="Times New Roman" panose="02020603050405020304" pitchFamily="18" charset="0"/>
                <a:cs typeface="Times New Roman" panose="02020603050405020304" pitchFamily="18" charset="0"/>
              </a:rPr>
              <a:t>黄千杜</a:t>
            </a:r>
            <a:r>
              <a:rPr lang="en-US" altLang="zh-CN" sz="1400" dirty="0">
                <a:latin typeface="Times New Roman" panose="02020603050405020304" pitchFamily="18" charset="0"/>
                <a:cs typeface="Times New Roman" panose="02020603050405020304" pitchFamily="18" charset="0"/>
              </a:rPr>
              <a:t> (2019). </a:t>
            </a:r>
            <a:r>
              <a:rPr lang="zh-CN" altLang="zh-CN" sz="1400" dirty="0">
                <a:latin typeface="Times New Roman" panose="02020603050405020304" pitchFamily="18" charset="0"/>
                <a:cs typeface="Times New Roman" panose="02020603050405020304" pitchFamily="18" charset="0"/>
              </a:rPr>
              <a:t>深圳市福田区三维城市景观格局变化特征</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生态学报</a:t>
            </a:r>
            <a:r>
              <a:rPr lang="en-US" altLang="zh-CN" sz="1400" dirty="0">
                <a:latin typeface="Times New Roman" panose="02020603050405020304" pitchFamily="18" charset="0"/>
                <a:cs typeface="Times New Roman" panose="02020603050405020304" pitchFamily="18" charset="0"/>
              </a:rPr>
              <a:t>, 39, 4299-4308</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胡云锋</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赵冠华</a:t>
            </a:r>
            <a:r>
              <a:rPr lang="en-US" altLang="zh-CN" sz="1400" dirty="0">
                <a:latin typeface="Times New Roman" panose="02020603050405020304" pitchFamily="18" charset="0"/>
                <a:cs typeface="Times New Roman" panose="02020603050405020304" pitchFamily="18" charset="0"/>
              </a:rPr>
              <a:t>, &amp; </a:t>
            </a:r>
            <a:r>
              <a:rPr lang="zh-CN" altLang="zh-CN" sz="1400" dirty="0">
                <a:latin typeface="Times New Roman" panose="02020603050405020304" pitchFamily="18" charset="0"/>
                <a:cs typeface="Times New Roman" panose="02020603050405020304" pitchFamily="18" charset="0"/>
              </a:rPr>
              <a:t>张云芝</a:t>
            </a:r>
            <a:r>
              <a:rPr lang="en-US" altLang="zh-CN" sz="1400" dirty="0">
                <a:latin typeface="Times New Roman" panose="02020603050405020304" pitchFamily="18" charset="0"/>
                <a:cs typeface="Times New Roman" panose="02020603050405020304" pitchFamily="18" charset="0"/>
              </a:rPr>
              <a:t> (2018). </a:t>
            </a:r>
            <a:r>
              <a:rPr lang="zh-CN" altLang="zh-CN" sz="1400" dirty="0">
                <a:latin typeface="Times New Roman" panose="02020603050405020304" pitchFamily="18" charset="0"/>
                <a:cs typeface="Times New Roman" panose="02020603050405020304" pitchFamily="18" charset="0"/>
              </a:rPr>
              <a:t>北京城市绿化的时空动态分析</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地球信息科学学报</a:t>
            </a:r>
            <a:r>
              <a:rPr lang="en-US" altLang="zh-CN" sz="1400" dirty="0">
                <a:latin typeface="Times New Roman" panose="02020603050405020304" pitchFamily="18" charset="0"/>
                <a:cs typeface="Times New Roman" panose="02020603050405020304" pitchFamily="18" charset="0"/>
              </a:rPr>
              <a:t>, 20, 332-339</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李小江</a:t>
            </a:r>
            <a:r>
              <a:rPr lang="en-US" altLang="zh-CN" sz="1400" dirty="0">
                <a:latin typeface="Times New Roman" panose="02020603050405020304" pitchFamily="18" charset="0"/>
                <a:cs typeface="Times New Roman" panose="02020603050405020304" pitchFamily="18" charset="0"/>
              </a:rPr>
              <a:t> (2013). </a:t>
            </a:r>
            <a:r>
              <a:rPr lang="zh-CN" altLang="zh-CN" sz="1400" dirty="0">
                <a:latin typeface="Times New Roman" panose="02020603050405020304" pitchFamily="18" charset="0"/>
                <a:cs typeface="Times New Roman" panose="02020603050405020304" pitchFamily="18" charset="0"/>
              </a:rPr>
              <a:t>基于多源遥感数据的城市绿度空间指数研究</a:t>
            </a:r>
            <a:r>
              <a:rPr lang="en-US" altLang="zh-CN" sz="1400" dirty="0">
                <a:latin typeface="Times New Roman" panose="02020603050405020304" pitchFamily="18" charset="0"/>
                <a:cs typeface="Times New Roman" panose="02020603050405020304" pitchFamily="18" charset="0"/>
              </a:rPr>
              <a:t>. In. </a:t>
            </a:r>
            <a:r>
              <a:rPr lang="zh-CN" altLang="zh-CN" sz="1400" dirty="0">
                <a:latin typeface="Times New Roman" panose="02020603050405020304" pitchFamily="18" charset="0"/>
                <a:cs typeface="Times New Roman" panose="02020603050405020304" pitchFamily="18" charset="0"/>
              </a:rPr>
              <a:t>北京</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中国科学院大学</a:t>
            </a:r>
            <a:endParaRPr lang="en-US" altLang="zh-CN" sz="1400" dirty="0">
              <a:latin typeface="Times New Roman" panose="02020603050405020304" pitchFamily="18" charset="0"/>
              <a:cs typeface="Times New Roman" panose="02020603050405020304" pitchFamily="18" charset="0"/>
            </a:endParaRPr>
          </a:p>
          <a:p>
            <a:r>
              <a:rPr lang="zh-CN" altLang="en-US" sz="1400" dirty="0">
                <a:latin typeface="Times New Roman" panose="02020603050405020304" pitchFamily="18" charset="0"/>
                <a:cs typeface="Times New Roman" panose="02020603050405020304" pitchFamily="18" charset="0"/>
              </a:rPr>
              <a:t>刘海轩</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金桂香</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吴鞠</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孙鹏</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刘畅</a:t>
            </a:r>
            <a:r>
              <a:rPr lang="en-US" altLang="zh-CN" sz="1400" dirty="0">
                <a:latin typeface="Times New Roman" panose="02020603050405020304" pitchFamily="18" charset="0"/>
                <a:cs typeface="Times New Roman" panose="02020603050405020304" pitchFamily="18" charset="0"/>
              </a:rPr>
              <a:t>, &amp; </a:t>
            </a:r>
            <a:r>
              <a:rPr lang="zh-CN" altLang="en-US" sz="1400" dirty="0">
                <a:latin typeface="Times New Roman" panose="02020603050405020304" pitchFamily="18" charset="0"/>
                <a:cs typeface="Times New Roman" panose="02020603050405020304" pitchFamily="18" charset="0"/>
              </a:rPr>
              <a:t>徐程扬 </a:t>
            </a:r>
            <a:r>
              <a:rPr lang="en-US" altLang="zh-CN" sz="1400" dirty="0">
                <a:latin typeface="Times New Roman" panose="02020603050405020304" pitchFamily="18" charset="0"/>
                <a:cs typeface="Times New Roman" panose="02020603050405020304" pitchFamily="18" charset="0"/>
              </a:rPr>
              <a:t>(2015). </a:t>
            </a:r>
            <a:r>
              <a:rPr lang="zh-CN" altLang="en-US" sz="1400" dirty="0">
                <a:latin typeface="Times New Roman" panose="02020603050405020304" pitchFamily="18" charset="0"/>
                <a:cs typeface="Times New Roman" panose="02020603050405020304" pitchFamily="18" charset="0"/>
              </a:rPr>
              <a:t>林分规模与结构对北京城市森林夏季温湿效应的影响</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北京林业大学学报</a:t>
            </a:r>
            <a:r>
              <a:rPr lang="en-US" altLang="zh-CN" sz="1400" dirty="0">
                <a:latin typeface="Times New Roman" panose="02020603050405020304" pitchFamily="18" charset="0"/>
                <a:cs typeface="Times New Roman" panose="02020603050405020304" pitchFamily="18" charset="0"/>
              </a:rPr>
              <a:t>, 37, 31-40</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孟庆岩</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陈旭</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孙云晓</a:t>
            </a:r>
            <a:r>
              <a:rPr lang="en-US" altLang="zh-CN" sz="1400" dirty="0">
                <a:latin typeface="Times New Roman" panose="02020603050405020304" pitchFamily="18" charset="0"/>
                <a:cs typeface="Times New Roman" panose="02020603050405020304" pitchFamily="18" charset="0"/>
              </a:rPr>
              <a:t>, &amp; </a:t>
            </a:r>
            <a:r>
              <a:rPr lang="zh-CN" altLang="zh-CN" sz="1400" dirty="0">
                <a:latin typeface="Times New Roman" panose="02020603050405020304" pitchFamily="18" charset="0"/>
                <a:cs typeface="Times New Roman" panose="02020603050405020304" pitchFamily="18" charset="0"/>
              </a:rPr>
              <a:t>吴俊</a:t>
            </a:r>
            <a:r>
              <a:rPr lang="en-US" altLang="zh-CN" sz="1400" dirty="0">
                <a:latin typeface="Times New Roman" panose="02020603050405020304" pitchFamily="18" charset="0"/>
                <a:cs typeface="Times New Roman" panose="02020603050405020304" pitchFamily="18" charset="0"/>
              </a:rPr>
              <a:t> (2019). </a:t>
            </a:r>
            <a:r>
              <a:rPr lang="zh-CN" altLang="zh-CN" sz="1400" dirty="0">
                <a:latin typeface="Times New Roman" panose="02020603050405020304" pitchFamily="18" charset="0"/>
                <a:cs typeface="Times New Roman" panose="02020603050405020304" pitchFamily="18" charset="0"/>
              </a:rPr>
              <a:t>一种基于</a:t>
            </a:r>
            <a:r>
              <a:rPr lang="en-US" altLang="zh-CN" sz="1400" dirty="0">
                <a:latin typeface="Times New Roman" panose="02020603050405020304" pitchFamily="18" charset="0"/>
                <a:cs typeface="Times New Roman" panose="02020603050405020304" pitchFamily="18" charset="0"/>
              </a:rPr>
              <a:t>LiDAR</a:t>
            </a:r>
            <a:r>
              <a:rPr lang="zh-CN" altLang="zh-CN" sz="1400" dirty="0">
                <a:latin typeface="Times New Roman" panose="02020603050405020304" pitchFamily="18" charset="0"/>
                <a:cs typeface="Times New Roman" panose="02020603050405020304" pitchFamily="18" charset="0"/>
              </a:rPr>
              <a:t>与多光谱数据的城市建筑物绿地环境指数</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生态学杂志</a:t>
            </a:r>
            <a:r>
              <a:rPr lang="en-US" altLang="zh-CN" sz="1400" dirty="0">
                <a:latin typeface="Times New Roman" panose="02020603050405020304" pitchFamily="18" charset="0"/>
                <a:cs typeface="Times New Roman" panose="02020603050405020304" pitchFamily="18" charset="0"/>
              </a:rPr>
              <a:t>, 38, 3221-3227</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孟庆岩</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孙云晓</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张佳晖</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陈旭</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孙震辉</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Jansco</a:t>
            </a:r>
            <a:r>
              <a:rPr lang="en-US" altLang="zh-CN" sz="1400" dirty="0">
                <a:latin typeface="Times New Roman" panose="02020603050405020304" pitchFamily="18" charset="0"/>
                <a:cs typeface="Times New Roman" panose="02020603050405020304" pitchFamily="18" charset="0"/>
              </a:rPr>
              <a:t>, T., &amp; </a:t>
            </a:r>
            <a:r>
              <a:rPr lang="en-US" altLang="zh-CN" sz="1400" dirty="0" err="1">
                <a:latin typeface="Times New Roman" panose="02020603050405020304" pitchFamily="18" charset="0"/>
                <a:cs typeface="Times New Roman" panose="02020603050405020304" pitchFamily="18" charset="0"/>
              </a:rPr>
              <a:t>Herban</a:t>
            </a:r>
            <a:r>
              <a:rPr lang="en-US" altLang="zh-CN" sz="1400" dirty="0">
                <a:latin typeface="Times New Roman" panose="02020603050405020304" pitchFamily="18" charset="0"/>
                <a:cs typeface="Times New Roman" panose="02020603050405020304" pitchFamily="18" charset="0"/>
              </a:rPr>
              <a:t>, S. (2018). </a:t>
            </a:r>
            <a:r>
              <a:rPr lang="zh-CN" altLang="zh-CN" sz="1400" dirty="0">
                <a:latin typeface="Times New Roman" panose="02020603050405020304" pitchFamily="18" charset="0"/>
                <a:cs typeface="Times New Roman" panose="02020603050405020304" pitchFamily="18" charset="0"/>
              </a:rPr>
              <a:t>基于多源遥感的建筑区绿化垂直分布特征与空间配置分析</a:t>
            </a:r>
            <a:r>
              <a:rPr lang="en-US" altLang="zh-CN" sz="1400" dirty="0">
                <a:latin typeface="Times New Roman" panose="02020603050405020304" pitchFamily="18" charset="0"/>
                <a:cs typeface="Times New Roman" panose="02020603050405020304" pitchFamily="18" charset="0"/>
              </a:rPr>
              <a:t>——</a:t>
            </a:r>
            <a:r>
              <a:rPr lang="zh-CN" altLang="zh-CN" sz="1400" dirty="0">
                <a:latin typeface="Times New Roman" panose="02020603050405020304" pitchFamily="18" charset="0"/>
                <a:cs typeface="Times New Roman" panose="02020603050405020304" pitchFamily="18" charset="0"/>
              </a:rPr>
              <a:t>以匈牙利塞克什白堡市为例</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遥感技术与应用</a:t>
            </a:r>
            <a:r>
              <a:rPr lang="en-US" altLang="zh-CN" sz="1400" dirty="0">
                <a:latin typeface="Times New Roman" panose="02020603050405020304" pitchFamily="18" charset="0"/>
                <a:cs typeface="Times New Roman" panose="02020603050405020304" pitchFamily="18" charset="0"/>
              </a:rPr>
              <a:t>, 33, 370-376</a:t>
            </a:r>
            <a:endParaRPr lang="zh-CN" altLang="zh-CN" sz="1400" dirty="0">
              <a:latin typeface="Times New Roman" panose="02020603050405020304" pitchFamily="18" charset="0"/>
              <a:cs typeface="Times New Roman" panose="02020603050405020304" pitchFamily="18" charset="0"/>
            </a:endParaRPr>
          </a:p>
          <a:p>
            <a:r>
              <a:rPr lang="zh-CN" altLang="zh-CN" sz="1400" dirty="0">
                <a:latin typeface="Times New Roman" panose="02020603050405020304" pitchFamily="18" charset="0"/>
                <a:cs typeface="Times New Roman" panose="02020603050405020304" pitchFamily="18" charset="0"/>
              </a:rPr>
              <a:t>陶宇</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李锋</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王如松</a:t>
            </a:r>
            <a:r>
              <a:rPr lang="en-US" altLang="zh-CN" sz="1400" dirty="0">
                <a:latin typeface="Times New Roman" panose="02020603050405020304" pitchFamily="18" charset="0"/>
                <a:cs typeface="Times New Roman" panose="02020603050405020304" pitchFamily="18" charset="0"/>
              </a:rPr>
              <a:t>, &amp; </a:t>
            </a:r>
            <a:r>
              <a:rPr lang="zh-CN" altLang="zh-CN" sz="1400" dirty="0">
                <a:latin typeface="Times New Roman" panose="02020603050405020304" pitchFamily="18" charset="0"/>
                <a:cs typeface="Times New Roman" panose="02020603050405020304" pitchFamily="18" charset="0"/>
              </a:rPr>
              <a:t>赵丹</a:t>
            </a:r>
            <a:r>
              <a:rPr lang="en-US" altLang="zh-CN" sz="1400" dirty="0">
                <a:latin typeface="Times New Roman" panose="02020603050405020304" pitchFamily="18" charset="0"/>
                <a:cs typeface="Times New Roman" panose="02020603050405020304" pitchFamily="18" charset="0"/>
              </a:rPr>
              <a:t> (2013). </a:t>
            </a:r>
            <a:r>
              <a:rPr lang="zh-CN" altLang="zh-CN" sz="1400" dirty="0">
                <a:latin typeface="Times New Roman" panose="02020603050405020304" pitchFamily="18" charset="0"/>
                <a:cs typeface="Times New Roman" panose="02020603050405020304" pitchFamily="18" charset="0"/>
              </a:rPr>
              <a:t>城市绿色空间格局的定量化方法研究进展</a:t>
            </a: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生态学报</a:t>
            </a:r>
            <a:r>
              <a:rPr lang="en-US" altLang="zh-CN" sz="1400" dirty="0">
                <a:latin typeface="Times New Roman" panose="02020603050405020304" pitchFamily="18" charset="0"/>
                <a:cs typeface="Times New Roman" panose="02020603050405020304" pitchFamily="18" charset="0"/>
              </a:rPr>
              <a:t>, 33, 2330-2342</a:t>
            </a:r>
          </a:p>
        </p:txBody>
      </p:sp>
      <p:sp>
        <p:nvSpPr>
          <p:cNvPr id="3" name="灯片编号占位符 2">
            <a:extLst>
              <a:ext uri="{FF2B5EF4-FFF2-40B4-BE49-F238E27FC236}">
                <a16:creationId xmlns:a16="http://schemas.microsoft.com/office/drawing/2014/main" id="{22D5FC96-0773-4F9E-AF67-8E25A842B513}"/>
              </a:ext>
            </a:extLst>
          </p:cNvPr>
          <p:cNvSpPr>
            <a:spLocks noGrp="1"/>
          </p:cNvSpPr>
          <p:nvPr>
            <p:ph type="sldNum" sz="quarter" idx="11"/>
          </p:nvPr>
        </p:nvSpPr>
        <p:spPr/>
        <p:txBody>
          <a:bodyPr/>
          <a:lstStyle/>
          <a:p>
            <a:pPr>
              <a:defRPr/>
            </a:pPr>
            <a:fld id="{90B3BEF5-1D40-4FF1-9669-405D8B434B84}" type="slidenum">
              <a:rPr lang="en-US" altLang="zh-CN" smtClean="0"/>
              <a:pPr>
                <a:defRPr/>
              </a:pPr>
              <a:t>13</a:t>
            </a:fld>
            <a:endParaRPr lang="en-US" altLang="zh-CN"/>
          </a:p>
        </p:txBody>
      </p:sp>
    </p:spTree>
    <p:extLst>
      <p:ext uri="{BB962C8B-B14F-4D97-AF65-F5344CB8AC3E}">
        <p14:creationId xmlns:p14="http://schemas.microsoft.com/office/powerpoint/2010/main" val="1771578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灯片编号占位符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accent2"/>
                </a:solidFill>
                <a:latin typeface="Arial" panose="020B0604020202020204" pitchFamily="34" charset="0"/>
                <a:ea typeface="黑体" panose="02010609060101010101" pitchFamily="49" charset="-122"/>
              </a:defRPr>
            </a:lvl1pPr>
            <a:lvl2pPr marL="742950" indent="-285750">
              <a:spcBef>
                <a:spcPct val="20000"/>
              </a:spcBef>
              <a:buChar char="–"/>
              <a:defRPr sz="2800">
                <a:solidFill>
                  <a:srgbClr val="0000FF"/>
                </a:solidFill>
                <a:latin typeface="Arial" panose="020B0604020202020204" pitchFamily="34" charset="0"/>
                <a:ea typeface="黑体" panose="02010609060101010101" pitchFamily="49" charset="-122"/>
              </a:defRPr>
            </a:lvl2pPr>
            <a:lvl3pPr marL="1143000" indent="-228600">
              <a:spcBef>
                <a:spcPct val="20000"/>
              </a:spcBef>
              <a:buChar char="•"/>
              <a:defRPr sz="2400">
                <a:solidFill>
                  <a:srgbClr val="0000FF"/>
                </a:solidFill>
                <a:latin typeface="Arial" panose="020B0604020202020204" pitchFamily="34" charset="0"/>
                <a:ea typeface="黑体" panose="02010609060101010101" pitchFamily="49" charset="-122"/>
              </a:defRPr>
            </a:lvl3pPr>
            <a:lvl4pPr marL="1600200" indent="-228600">
              <a:spcBef>
                <a:spcPct val="20000"/>
              </a:spcBef>
              <a:buChar char="–"/>
              <a:defRPr sz="2000">
                <a:solidFill>
                  <a:srgbClr val="0000FF"/>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C17B4E3-5CF0-4B65-9335-F6B8A788A198}"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0244" name="Picture 5" descr="2_卫星展示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80513"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4466" name="Text Box 2"/>
          <p:cNvSpPr txBox="1">
            <a:spLocks noChangeArrowheads="1"/>
          </p:cNvSpPr>
          <p:nvPr/>
        </p:nvSpPr>
        <p:spPr bwMode="auto">
          <a:xfrm>
            <a:off x="792162" y="3183184"/>
            <a:ext cx="7559675" cy="830997"/>
          </a:xfrm>
          <a:prstGeom prst="rect">
            <a:avLst/>
          </a:prstGeom>
          <a:noFill/>
          <a:ln>
            <a:noFill/>
          </a:ln>
          <a:effectLst/>
        </p:spPr>
        <p:txBody>
          <a:bodyPr>
            <a:spAutoFit/>
          </a:bodyPr>
          <a:lstStyle>
            <a:lvl1pPr marL="87313">
              <a:defRPr>
                <a:solidFill>
                  <a:schemeClr val="tx1"/>
                </a:solidFill>
                <a:latin typeface="Arial" charset="0"/>
                <a:ea typeface="宋体" pitchFamily="2" charset="-122"/>
              </a:defRPr>
            </a:lvl1pPr>
            <a:lvl2pPr>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marL="87313" marR="0" lvl="0" indent="0" algn="ctr" defTabSz="914400" rtl="0" eaLnBrk="1" fontAlgn="t" latinLnBrk="0" hangingPunct="1">
              <a:lnSpc>
                <a:spcPct val="100000"/>
              </a:lnSpc>
              <a:spcBef>
                <a:spcPct val="50000"/>
              </a:spcBef>
              <a:spcAft>
                <a:spcPct val="0"/>
              </a:spcAft>
              <a:buClrTx/>
              <a:buSzTx/>
              <a:buFontTx/>
              <a:buNone/>
              <a:tabLst/>
              <a:defRPr/>
            </a:pPr>
            <a:r>
              <a:rPr kumimoji="0" lang="zh-CN" altLang="en-US" sz="48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谢 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14466"/>
                                        </p:tgtEl>
                                        <p:attrNameLst>
                                          <p:attrName>style.visibility</p:attrName>
                                        </p:attrNameLst>
                                      </p:cBhvr>
                                      <p:to>
                                        <p:strVal val="visible"/>
                                      </p:to>
                                    </p:set>
                                    <p:anim calcmode="lin" valueType="num">
                                      <p:cBhvr additive="base">
                                        <p:cTn id="7" dur="500" fill="hold"/>
                                        <p:tgtEl>
                                          <p:spTgt spid="1214466"/>
                                        </p:tgtEl>
                                        <p:attrNameLst>
                                          <p:attrName>ppt_x</p:attrName>
                                        </p:attrNameLst>
                                      </p:cBhvr>
                                      <p:tavLst>
                                        <p:tav tm="0">
                                          <p:val>
                                            <p:strVal val="#ppt_x"/>
                                          </p:val>
                                        </p:tav>
                                        <p:tav tm="100000">
                                          <p:val>
                                            <p:strVal val="#ppt_x"/>
                                          </p:val>
                                        </p:tav>
                                      </p:tavLst>
                                    </p:anim>
                                    <p:anim calcmode="lin" valueType="num">
                                      <p:cBhvr additive="base">
                                        <p:cTn id="8" dur="500" fill="hold"/>
                                        <p:tgtEl>
                                          <p:spTgt spid="1214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466" grpId="0"/>
    </p:bldLst>
  </p:timing>
</p:sld>
</file>

<file path=ppt/theme/theme1.xml><?xml version="1.0" encoding="utf-8"?>
<a:theme xmlns:a="http://schemas.openxmlformats.org/drawingml/2006/main" name="航天遥感">
  <a:themeElements>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航天遥感">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lnDef>
  </a:objectDefaults>
  <a:extraClrSchemeLst>
    <a:extraClrScheme>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航天遥感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航天遥感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航天遥感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航天遥感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航天遥感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航天遥感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航天遥感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航天遥感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航天遥感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航天遥感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航天遥感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航天遥感">
  <a:themeElements>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航天遥感">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lnDef>
  </a:objectDefaults>
  <a:extraClrSchemeLst>
    <a:extraClrScheme>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航天遥感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航天遥感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航天遥感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航天遥感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航天遥感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航天遥感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航天遥感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航天遥感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航天遥感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航天遥感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航天遥感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航天遥感">
  <a:themeElements>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航天遥感">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a:lnSpc>
            <a:spcPct val="150000"/>
          </a:lnSpc>
          <a:defRPr b="1" dirty="0" smtClean="0">
            <a:solidFill>
              <a:srgbClr val="3116F6"/>
            </a:solidFill>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400" b="1"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defRPr>
        </a:defPPr>
      </a:lstStyle>
    </a:lnDef>
  </a:objectDefaults>
  <a:extraClrSchemeLst>
    <a:extraClrScheme>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航天遥感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航天遥感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航天遥感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航天遥感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航天遥感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航天遥感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航天遥感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航天遥感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航天遥感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航天遥感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航天遥感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航天遥感">
  <a:themeElements>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航天遥感">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200" b="1" i="0" u="none" strike="noStrike" cap="none" normalizeH="0" baseline="0" smtClean="0">
            <a:ln>
              <a:noFill/>
            </a:ln>
            <a:solidFill>
              <a:schemeClr val="tx1"/>
            </a:solidFill>
            <a:effectLst/>
            <a:latin typeface="Times New Roman" pitchFamily="18" charset="0"/>
            <a:ea typeface="微软雅黑" pitchFamily="34" charset="-122"/>
          </a:defRPr>
        </a:defPPr>
      </a:lstStyle>
    </a:lnDef>
  </a:objectDefaults>
  <a:extraClrSchemeLst>
    <a:extraClrScheme>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航天遥感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航天遥感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航天遥感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航天遥感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航天遥感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航天遥感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航天遥感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航天遥感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航天遥感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航天遥感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航天遥感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航天遥感">
  <a:themeElements>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航天遥感">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400" b="1" i="0" u="none" strike="noStrike" cap="none" normalizeH="0" baseline="0" smtClean="0">
            <a:ln>
              <a:noFill/>
            </a:ln>
            <a:solidFill>
              <a:schemeClr val="tx1"/>
            </a:solidFill>
            <a:effectLst/>
            <a:latin typeface="Times New Roman" pitchFamily="18" charset="0"/>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400" b="1" i="0" u="none" strike="noStrike" cap="none" normalizeH="0" baseline="0" smtClean="0">
            <a:ln>
              <a:noFill/>
            </a:ln>
            <a:solidFill>
              <a:schemeClr val="tx1"/>
            </a:solidFill>
            <a:effectLst/>
            <a:latin typeface="Times New Roman" pitchFamily="18" charset="0"/>
            <a:ea typeface="微软雅黑" pitchFamily="34" charset="-122"/>
          </a:defRPr>
        </a:defPPr>
      </a:lstStyle>
    </a:lnDef>
  </a:objectDefaults>
  <a:extraClrSchemeLst>
    <a:extraClrScheme>
      <a:clrScheme name="航天遥感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航天遥感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航天遥感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航天遥感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航天遥感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航天遥感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航天遥感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航天遥感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航天遥感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航天遥感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航天遥感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航天遥感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1707</Words>
  <Application>Microsoft Office PowerPoint</Application>
  <PresentationFormat>全屏显示(4:3)</PresentationFormat>
  <Paragraphs>127</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6</vt:i4>
      </vt:variant>
      <vt:variant>
        <vt:lpstr>幻灯片标题</vt:lpstr>
      </vt:variant>
      <vt:variant>
        <vt:i4>14</vt:i4>
      </vt:variant>
    </vt:vector>
  </HeadingPairs>
  <TitlesOfParts>
    <vt:vector size="28" baseType="lpstr">
      <vt:lpstr>等线</vt:lpstr>
      <vt:lpstr>黑体</vt:lpstr>
      <vt:lpstr>隶书</vt:lpstr>
      <vt:lpstr>微软雅黑</vt:lpstr>
      <vt:lpstr>Arial</vt:lpstr>
      <vt:lpstr>Calibri</vt:lpstr>
      <vt:lpstr>Times New Roman</vt:lpstr>
      <vt:lpstr>Wingdings</vt:lpstr>
      <vt:lpstr>航天遥感</vt:lpstr>
      <vt:lpstr>1_航天遥感</vt:lpstr>
      <vt:lpstr>3_航天遥感</vt:lpstr>
      <vt:lpstr>2_航天遥感</vt:lpstr>
      <vt:lpstr>4_航天遥感</vt:lpstr>
      <vt:lpstr>6_Office 主题​​</vt:lpstr>
      <vt:lpstr>PowerPoint 演示文稿</vt:lpstr>
      <vt:lpstr>题      目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题目TEXT</dc:title>
  <dc:creator>wenxiu liu</dc:creator>
  <cp:lastModifiedBy>mengqy</cp:lastModifiedBy>
  <cp:revision>45</cp:revision>
  <dcterms:created xsi:type="dcterms:W3CDTF">2019-03-26T09:31:53Z</dcterms:created>
  <dcterms:modified xsi:type="dcterms:W3CDTF">2020-09-23T01:32:46Z</dcterms:modified>
</cp:coreProperties>
</file>